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6.svg" ContentType="image/svg+xml"/>
  <Override PartName="/ppt/media/image2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78" r:id="rId4"/>
    <p:sldMasterId id="2147483683" r:id="rId5"/>
    <p:sldMasterId id="2147483697" r:id="rId6"/>
  </p:sldMasterIdLst>
  <p:notesMasterIdLst>
    <p:notesMasterId r:id="rId8"/>
  </p:notesMasterIdLst>
  <p:sldIdLst>
    <p:sldId id="820" r:id="rId7"/>
    <p:sldId id="2870" r:id="rId9"/>
    <p:sldId id="2857" r:id="rId10"/>
    <p:sldId id="11047155" r:id="rId11"/>
    <p:sldId id="11047163" r:id="rId12"/>
    <p:sldId id="11047164" r:id="rId13"/>
    <p:sldId id="11047165" r:id="rId14"/>
    <p:sldId id="11047166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5FF"/>
    <a:srgbClr val="FFEFEF"/>
    <a:srgbClr val="F2DBD9"/>
    <a:srgbClr val="E5CBFF"/>
    <a:srgbClr val="A1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image" Target="../media/image11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pPr marL="0" lvl="0" indent="0" algn="l" defTabSz="7315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2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2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2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2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2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20" err="1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" name="Tex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16" name="Text Placeholder 3a"/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3" name="copyright"/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0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/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08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/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pPr marL="0" lvl="0" indent="0" algn="l" defTabSz="7315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/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pPr marL="0" lvl="0" indent="0" algn="l" defTabSz="7315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/>
          <p:cNvCxnSpPr/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US" sz="1315" err="1"/>
          </a:p>
        </p:txBody>
      </p:sp>
      <p:sp>
        <p:nvSpPr>
          <p:cNvPr id="10" name="Graphic 17"/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15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US" sz="1315" err="1"/>
          </a:p>
        </p:txBody>
      </p:sp>
      <p:sp>
        <p:nvSpPr>
          <p:cNvPr id="35" name="Picture Placeholder 34"/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/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pPr marL="0" lvl="0" indent="0" algn="l" defTabSz="7315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/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15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/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/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15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pPr marL="0" lvl="0" indent="0" algn="l" defTabSz="7315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/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/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pPr marL="0" lvl="0" indent="0" algn="l" defTabSz="7315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/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15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40" err="1"/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40" err="1"/>
          </a:p>
        </p:txBody>
      </p:sp>
      <p:sp>
        <p:nvSpPr>
          <p:cNvPr id="35" name="Picture Placeholder 34"/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/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  <a:endParaRPr lang="en-US"/>
          </a:p>
        </p:txBody>
      </p:sp>
      <p:sp>
        <p:nvSpPr>
          <p:cNvPr id="10" name="Graphic 17"/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15"/>
          </a:p>
        </p:txBody>
      </p:sp>
      <p:sp>
        <p:nvSpPr>
          <p:cNvPr id="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pPr marL="0" lvl="0" indent="0" algn="l" defTabSz="7315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0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Agenda optio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Placeholder 44"/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3" name="Text Placeholder 44"/>
          <p:cNvSpPr>
            <a:spLocks noGrp="1"/>
          </p:cNvSpPr>
          <p:nvPr>
            <p:ph type="body" sz="quarter" idx="35" hasCustomPrompt="1"/>
          </p:nvPr>
        </p:nvSpPr>
        <p:spPr>
          <a:xfrm>
            <a:off x="7824549" y="358356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4" name="Text Placeholder 44"/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3588203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7" name="Text Placeholder 44"/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8" name="Text Placeholder 44"/>
          <p:cNvSpPr>
            <a:spLocks noGrp="1"/>
          </p:cNvSpPr>
          <p:nvPr>
            <p:ph type="body" sz="quarter" idx="45" hasCustomPrompt="1"/>
          </p:nvPr>
        </p:nvSpPr>
        <p:spPr>
          <a:xfrm>
            <a:off x="7824549" y="1600631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9" name="Text Placeholder 44"/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160527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82" name="Text Placeholder 2"/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30446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  <a:endParaRPr lang="en-US"/>
          </a:p>
        </p:txBody>
      </p:sp>
      <p:sp>
        <p:nvSpPr>
          <p:cNvPr id="83" name="Text Placeholder 2"/>
          <p:cNvSpPr>
            <a:spLocks noGrp="1"/>
          </p:cNvSpPr>
          <p:nvPr>
            <p:ph type="body" sz="quarter" idx="55" hasCustomPrompt="1"/>
          </p:nvPr>
        </p:nvSpPr>
        <p:spPr>
          <a:xfrm>
            <a:off x="7824549" y="228869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  <a:endParaRPr lang="en-US"/>
          </a:p>
        </p:txBody>
      </p:sp>
      <p:sp>
        <p:nvSpPr>
          <p:cNvPr id="84" name="Text Placeholder 2"/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228685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  <a:endParaRPr lang="en-US"/>
          </a:p>
        </p:txBody>
      </p:sp>
      <p:sp>
        <p:nvSpPr>
          <p:cNvPr id="87" name="Text Placeholder 2"/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28739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  <a:endParaRPr lang="en-US"/>
          </a:p>
        </p:txBody>
      </p:sp>
      <p:sp>
        <p:nvSpPr>
          <p:cNvPr id="88" name="Text Placeholder 2"/>
          <p:cNvSpPr>
            <a:spLocks noGrp="1"/>
          </p:cNvSpPr>
          <p:nvPr>
            <p:ph type="body" sz="quarter" idx="60" hasCustomPrompt="1"/>
          </p:nvPr>
        </p:nvSpPr>
        <p:spPr>
          <a:xfrm>
            <a:off x="7816294" y="427162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  <a:endParaRPr lang="en-US"/>
          </a:p>
        </p:txBody>
      </p:sp>
      <p:sp>
        <p:nvSpPr>
          <p:cNvPr id="89" name="Text Placeholder 2"/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426978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  <a:endParaRPr lang="en-US"/>
          </a:p>
        </p:txBody>
      </p:sp>
      <p:sp>
        <p:nvSpPr>
          <p:cNvPr id="18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2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69776" y="1597537"/>
            <a:ext cx="4395264" cy="3523001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7200">
                <a:solidFill>
                  <a:schemeClr val="accent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Agenda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Agenda Option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81003" y="377805"/>
            <a:ext cx="11421740" cy="1565295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defRPr sz="6000" cap="none">
                <a:solidFill>
                  <a:schemeClr val="tx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0" name="Text Placeholder 44"/>
          <p:cNvSpPr>
            <a:spLocks noGrp="1"/>
          </p:cNvSpPr>
          <p:nvPr>
            <p:ph type="body" sz="quarter" idx="32" hasCustomPrompt="1"/>
          </p:nvPr>
        </p:nvSpPr>
        <p:spPr>
          <a:xfrm>
            <a:off x="397512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06</a:t>
            </a:r>
            <a:endParaRPr lang="en-GB"/>
          </a:p>
        </p:txBody>
      </p:sp>
      <p:sp>
        <p:nvSpPr>
          <p:cNvPr id="71" name="Text Placeholder 44"/>
          <p:cNvSpPr>
            <a:spLocks noGrp="1"/>
          </p:cNvSpPr>
          <p:nvPr>
            <p:ph type="body" sz="quarter" idx="33" hasCustomPrompt="1"/>
          </p:nvPr>
        </p:nvSpPr>
        <p:spPr>
          <a:xfrm>
            <a:off x="2857730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07</a:t>
            </a:r>
            <a:endParaRPr lang="en-GB"/>
          </a:p>
        </p:txBody>
      </p:sp>
      <p:sp>
        <p:nvSpPr>
          <p:cNvPr id="72" name="Text Placeholder 44"/>
          <p:cNvSpPr>
            <a:spLocks noGrp="1"/>
          </p:cNvSpPr>
          <p:nvPr>
            <p:ph type="body" sz="quarter" idx="34" hasCustomPrompt="1"/>
          </p:nvPr>
        </p:nvSpPr>
        <p:spPr>
          <a:xfrm>
            <a:off x="5317948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08</a:t>
            </a:r>
            <a:endParaRPr lang="en-GB"/>
          </a:p>
        </p:txBody>
      </p:sp>
      <p:sp>
        <p:nvSpPr>
          <p:cNvPr id="73" name="Text Placeholder 44"/>
          <p:cNvSpPr>
            <a:spLocks noGrp="1"/>
          </p:cNvSpPr>
          <p:nvPr>
            <p:ph type="body" sz="quarter" idx="35" hasCustomPrompt="1"/>
          </p:nvPr>
        </p:nvSpPr>
        <p:spPr>
          <a:xfrm>
            <a:off x="7778166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09</a:t>
            </a:r>
            <a:endParaRPr lang="en-GB"/>
          </a:p>
        </p:txBody>
      </p:sp>
      <p:sp>
        <p:nvSpPr>
          <p:cNvPr id="74" name="Text Placeholder 44"/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10</a:t>
            </a:r>
            <a:endParaRPr lang="en-GB"/>
          </a:p>
        </p:txBody>
      </p:sp>
      <p:sp>
        <p:nvSpPr>
          <p:cNvPr id="75" name="Text Placeholder 44"/>
          <p:cNvSpPr>
            <a:spLocks noGrp="1"/>
          </p:cNvSpPr>
          <p:nvPr>
            <p:ph type="body" sz="quarter" idx="42" hasCustomPrompt="1"/>
          </p:nvPr>
        </p:nvSpPr>
        <p:spPr>
          <a:xfrm>
            <a:off x="397512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GB"/>
          </a:p>
        </p:txBody>
      </p:sp>
      <p:sp>
        <p:nvSpPr>
          <p:cNvPr id="76" name="Text Placeholder 44"/>
          <p:cNvSpPr>
            <a:spLocks noGrp="1"/>
          </p:cNvSpPr>
          <p:nvPr>
            <p:ph type="body" sz="quarter" idx="43" hasCustomPrompt="1"/>
          </p:nvPr>
        </p:nvSpPr>
        <p:spPr>
          <a:xfrm>
            <a:off x="2857730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en-GB"/>
          </a:p>
        </p:txBody>
      </p:sp>
      <p:sp>
        <p:nvSpPr>
          <p:cNvPr id="77" name="Text Placeholder 44"/>
          <p:cNvSpPr>
            <a:spLocks noGrp="1"/>
          </p:cNvSpPr>
          <p:nvPr>
            <p:ph type="body" sz="quarter" idx="44" hasCustomPrompt="1"/>
          </p:nvPr>
        </p:nvSpPr>
        <p:spPr>
          <a:xfrm>
            <a:off x="5317948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en-GB"/>
          </a:p>
        </p:txBody>
      </p:sp>
      <p:sp>
        <p:nvSpPr>
          <p:cNvPr id="78" name="Text Placeholder 44"/>
          <p:cNvSpPr>
            <a:spLocks noGrp="1"/>
          </p:cNvSpPr>
          <p:nvPr>
            <p:ph type="body" sz="quarter" idx="45" hasCustomPrompt="1"/>
          </p:nvPr>
        </p:nvSpPr>
        <p:spPr>
          <a:xfrm>
            <a:off x="7778166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04</a:t>
            </a:r>
            <a:endParaRPr lang="en-GB"/>
          </a:p>
        </p:txBody>
      </p:sp>
      <p:sp>
        <p:nvSpPr>
          <p:cNvPr id="79" name="Text Placeholder 44"/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05</a:t>
            </a:r>
            <a:endParaRPr lang="en-GB"/>
          </a:p>
        </p:txBody>
      </p:sp>
      <p:sp>
        <p:nvSpPr>
          <p:cNvPr id="80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97512" y="315947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1" name="Text Placeholder 2"/>
          <p:cNvSpPr>
            <a:spLocks noGrp="1"/>
          </p:cNvSpPr>
          <p:nvPr>
            <p:ph type="body" sz="quarter" idx="53" hasCustomPrompt="1"/>
          </p:nvPr>
        </p:nvSpPr>
        <p:spPr>
          <a:xfrm>
            <a:off x="2861856" y="314370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2" name="Text Placeholder 2"/>
          <p:cNvSpPr>
            <a:spLocks noGrp="1"/>
          </p:cNvSpPr>
          <p:nvPr>
            <p:ph type="body" sz="quarter" idx="54" hasCustomPrompt="1"/>
          </p:nvPr>
        </p:nvSpPr>
        <p:spPr>
          <a:xfrm>
            <a:off x="5317946" y="316263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3" name="Text Placeholder 2"/>
          <p:cNvSpPr>
            <a:spLocks noGrp="1"/>
          </p:cNvSpPr>
          <p:nvPr>
            <p:ph type="body" sz="quarter" idx="55" hasCustomPrompt="1"/>
          </p:nvPr>
        </p:nvSpPr>
        <p:spPr>
          <a:xfrm>
            <a:off x="7782290" y="314686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4" name="Text Placeholder 2"/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314502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5" name="Text Placeholder 2"/>
          <p:cNvSpPr>
            <a:spLocks noGrp="1"/>
          </p:cNvSpPr>
          <p:nvPr>
            <p:ph type="body" sz="quarter" idx="57" hasCustomPrompt="1"/>
          </p:nvPr>
        </p:nvSpPr>
        <p:spPr>
          <a:xfrm>
            <a:off x="389257" y="514240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6" name="Text Placeholder 2"/>
          <p:cNvSpPr>
            <a:spLocks noGrp="1"/>
          </p:cNvSpPr>
          <p:nvPr>
            <p:ph type="body" sz="quarter" idx="58" hasCustomPrompt="1"/>
          </p:nvPr>
        </p:nvSpPr>
        <p:spPr>
          <a:xfrm>
            <a:off x="2853601" y="512663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7" name="Text Placeholder 2"/>
          <p:cNvSpPr>
            <a:spLocks noGrp="1"/>
          </p:cNvSpPr>
          <p:nvPr>
            <p:ph type="body" sz="quarter" idx="59" hasCustomPrompt="1"/>
          </p:nvPr>
        </p:nvSpPr>
        <p:spPr>
          <a:xfrm>
            <a:off x="5309691" y="514556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8" name="Text Placeholder 2"/>
          <p:cNvSpPr>
            <a:spLocks noGrp="1"/>
          </p:cNvSpPr>
          <p:nvPr>
            <p:ph type="body" sz="quarter" idx="60" hasCustomPrompt="1"/>
          </p:nvPr>
        </p:nvSpPr>
        <p:spPr>
          <a:xfrm>
            <a:off x="7774035" y="512979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9" name="Text Placeholder 2"/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512795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28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6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64"/>
          </p:nvPr>
        </p:nvSpPr>
        <p:spPr>
          <a:xfrm>
            <a:off x="6411000" y="1945849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1003807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  <a:endParaRPr lang="en-GB" sz="1400">
              <a:latin typeface="Graphik" panose="020B0503030202060203" pitchFamily="34" charset="77"/>
            </a:endParaRPr>
          </a:p>
        </p:txBody>
      </p:sp>
      <p:sp>
        <p:nvSpPr>
          <p:cNvPr id="18" name="Text Placeholder 25"/>
          <p:cNvSpPr>
            <a:spLocks noGrp="1"/>
          </p:cNvSpPr>
          <p:nvPr>
            <p:ph type="body" sz="quarter" idx="27" hasCustomPrompt="1"/>
          </p:nvPr>
        </p:nvSpPr>
        <p:spPr>
          <a:xfrm>
            <a:off x="3746803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  <a:endParaRPr lang="en-GB" sz="1400">
              <a:latin typeface="Graphik" panose="020B0503030202060203" pitchFamily="34" charset="77"/>
            </a:endParaRPr>
          </a:p>
        </p:txBody>
      </p:sp>
      <p:sp>
        <p:nvSpPr>
          <p:cNvPr id="19" name="Text Placeholder 25"/>
          <p:cNvSpPr>
            <a:spLocks noGrp="1"/>
          </p:cNvSpPr>
          <p:nvPr>
            <p:ph type="body" sz="quarter" idx="28" hasCustomPrompt="1"/>
          </p:nvPr>
        </p:nvSpPr>
        <p:spPr>
          <a:xfrm>
            <a:off x="6600432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  <a:endParaRPr lang="en-GB" sz="1400">
              <a:latin typeface="Graphik" panose="020B0503030202060203" pitchFamily="34" charset="77"/>
            </a:endParaRPr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29" hasCustomPrompt="1"/>
          </p:nvPr>
        </p:nvSpPr>
        <p:spPr>
          <a:xfrm>
            <a:off x="9343428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  <a:endParaRPr lang="en-GB" sz="1400">
              <a:latin typeface="Graphik" panose="020B0503030202060203" pitchFamily="34" charset="77"/>
            </a:endParaRPr>
          </a:p>
        </p:txBody>
      </p:sp>
      <p:sp>
        <p:nvSpPr>
          <p:cNvPr id="23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24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663693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  <a:endParaRPr lang="en-US"/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34" hasCustomPrompt="1"/>
          </p:nvPr>
        </p:nvSpPr>
        <p:spPr>
          <a:xfrm>
            <a:off x="6288001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" y="1928174"/>
            <a:ext cx="12191998" cy="440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Text Placeholder 41"/>
          <p:cNvSpPr>
            <a:spLocks noGrp="1"/>
          </p:cNvSpPr>
          <p:nvPr>
            <p:ph type="body" sz="quarter" idx="23" hasCustomPrompt="1"/>
          </p:nvPr>
        </p:nvSpPr>
        <p:spPr>
          <a:xfrm>
            <a:off x="14802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  <p:sp>
        <p:nvSpPr>
          <p:cNvPr id="22" name="Text Placeholder 41"/>
          <p:cNvSpPr>
            <a:spLocks noGrp="1"/>
          </p:cNvSpPr>
          <p:nvPr>
            <p:ph type="body" sz="quarter" idx="24" hasCustomPrompt="1"/>
          </p:nvPr>
        </p:nvSpPr>
        <p:spPr>
          <a:xfrm>
            <a:off x="4445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23" name="Text Placeholder 41"/>
          <p:cNvSpPr>
            <a:spLocks noGrp="1"/>
          </p:cNvSpPr>
          <p:nvPr>
            <p:ph type="body" sz="quarter" idx="25" hasCustomPrompt="1"/>
          </p:nvPr>
        </p:nvSpPr>
        <p:spPr>
          <a:xfrm>
            <a:off x="14802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da-DK"/>
          </a:p>
        </p:txBody>
      </p:sp>
      <p:sp>
        <p:nvSpPr>
          <p:cNvPr id="24" name="Text Placeholder 41"/>
          <p:cNvSpPr>
            <a:spLocks noGrp="1"/>
          </p:cNvSpPr>
          <p:nvPr>
            <p:ph type="body" sz="quarter" idx="26" hasCustomPrompt="1"/>
          </p:nvPr>
        </p:nvSpPr>
        <p:spPr>
          <a:xfrm>
            <a:off x="4445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25" name="Text Placeholder 41"/>
          <p:cNvSpPr>
            <a:spLocks noGrp="1"/>
          </p:cNvSpPr>
          <p:nvPr>
            <p:ph type="body" sz="quarter" idx="27" hasCustomPrompt="1"/>
          </p:nvPr>
        </p:nvSpPr>
        <p:spPr>
          <a:xfrm>
            <a:off x="14802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da-DK"/>
          </a:p>
        </p:txBody>
      </p:sp>
      <p:sp>
        <p:nvSpPr>
          <p:cNvPr id="26" name="Text Placeholder 41"/>
          <p:cNvSpPr>
            <a:spLocks noGrp="1"/>
          </p:cNvSpPr>
          <p:nvPr>
            <p:ph type="body" sz="quarter" idx="28" hasCustomPrompt="1"/>
          </p:nvPr>
        </p:nvSpPr>
        <p:spPr>
          <a:xfrm>
            <a:off x="4445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33" name="Text Placeholder 41"/>
          <p:cNvSpPr>
            <a:spLocks noGrp="1"/>
          </p:cNvSpPr>
          <p:nvPr>
            <p:ph type="body" sz="quarter" idx="29" hasCustomPrompt="1"/>
          </p:nvPr>
        </p:nvSpPr>
        <p:spPr>
          <a:xfrm>
            <a:off x="71317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da-DK"/>
          </a:p>
        </p:txBody>
      </p:sp>
      <p:sp>
        <p:nvSpPr>
          <p:cNvPr id="34" name="Text Placeholder 41"/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35" name="Text Placeholder 41"/>
          <p:cNvSpPr>
            <a:spLocks noGrp="1"/>
          </p:cNvSpPr>
          <p:nvPr>
            <p:ph type="body" sz="quarter" idx="31" hasCustomPrompt="1"/>
          </p:nvPr>
        </p:nvSpPr>
        <p:spPr>
          <a:xfrm>
            <a:off x="71317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da-DK"/>
          </a:p>
        </p:txBody>
      </p:sp>
      <p:sp>
        <p:nvSpPr>
          <p:cNvPr id="36" name="Text Placeholder 41"/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37" name="Text Placeholder 41"/>
          <p:cNvSpPr>
            <a:spLocks noGrp="1"/>
          </p:cNvSpPr>
          <p:nvPr>
            <p:ph type="body" sz="quarter" idx="33" hasCustomPrompt="1"/>
          </p:nvPr>
        </p:nvSpPr>
        <p:spPr>
          <a:xfrm>
            <a:off x="71317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da-DK"/>
          </a:p>
        </p:txBody>
      </p:sp>
      <p:sp>
        <p:nvSpPr>
          <p:cNvPr id="38" name="Text Placeholder 41"/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18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28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" y="1754996"/>
            <a:ext cx="12191998" cy="45784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28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  <p:sp>
        <p:nvSpPr>
          <p:cNvPr id="32" name="Text Placeholder 41"/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  <a:endParaRPr lang="en-US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3" name="Text Placeholder 41"/>
          <p:cNvSpPr>
            <a:spLocks noGrp="1"/>
          </p:cNvSpPr>
          <p:nvPr>
            <p:ph type="body" sz="quarter" idx="45" hasCustomPrompt="1"/>
          </p:nvPr>
        </p:nvSpPr>
        <p:spPr>
          <a:xfrm>
            <a:off x="381000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  <a:endParaRPr lang="en-US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4" name="Text Placeholder 41"/>
          <p:cNvSpPr>
            <a:spLocks noGrp="1"/>
          </p:cNvSpPr>
          <p:nvPr>
            <p:ph type="body" sz="quarter" idx="46" hasCustomPrompt="1"/>
          </p:nvPr>
        </p:nvSpPr>
        <p:spPr>
          <a:xfrm>
            <a:off x="380999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  <a:endParaRPr lang="en-US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5" name="Text Placeholder 41"/>
          <p:cNvSpPr>
            <a:spLocks noGrp="1"/>
          </p:cNvSpPr>
          <p:nvPr>
            <p:ph type="body" sz="quarter" idx="47" hasCustomPrompt="1"/>
          </p:nvPr>
        </p:nvSpPr>
        <p:spPr>
          <a:xfrm>
            <a:off x="6103436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  <a:endParaRPr lang="en-US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6" name="Text Placeholder 41"/>
          <p:cNvSpPr>
            <a:spLocks noGrp="1"/>
          </p:cNvSpPr>
          <p:nvPr>
            <p:ph type="body" sz="quarter" idx="48" hasCustomPrompt="1"/>
          </p:nvPr>
        </p:nvSpPr>
        <p:spPr>
          <a:xfrm>
            <a:off x="6103435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  <a:endParaRPr lang="en-US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7" name="Text Placeholder 41"/>
          <p:cNvSpPr>
            <a:spLocks noGrp="1"/>
          </p:cNvSpPr>
          <p:nvPr>
            <p:ph type="body" sz="quarter" idx="49" hasCustomPrompt="1"/>
          </p:nvPr>
        </p:nvSpPr>
        <p:spPr>
          <a:xfrm>
            <a:off x="6103434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  <a:endParaRPr lang="en-US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09575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09575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7451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497451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585328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585328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Footer Placeholder 6"/>
          <p:cNvSpPr>
            <a:spLocks noGrp="1"/>
          </p:cNvSpPr>
          <p:nvPr>
            <p:ph type="ftr" sz="quarter" idx="17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1"/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  <a:endParaRPr lang="da-DK"/>
          </a:p>
        </p:txBody>
      </p:sp>
      <p:sp>
        <p:nvSpPr>
          <p:cNvPr id="17" name="Text Placeholder 41"/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18" name="Text Placeholder 41"/>
          <p:cNvSpPr>
            <a:spLocks noGrp="1"/>
          </p:cNvSpPr>
          <p:nvPr>
            <p:ph type="body" sz="quarter" idx="36" hasCustomPrompt="1"/>
          </p:nvPr>
        </p:nvSpPr>
        <p:spPr>
          <a:xfrm>
            <a:off x="3243456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  <a:endParaRPr lang="da-DK"/>
          </a:p>
        </p:txBody>
      </p:sp>
      <p:sp>
        <p:nvSpPr>
          <p:cNvPr id="19" name="Text Placeholder 41"/>
          <p:cNvSpPr>
            <a:spLocks noGrp="1"/>
          </p:cNvSpPr>
          <p:nvPr>
            <p:ph type="body" sz="quarter" idx="37" hasCustomPrompt="1"/>
          </p:nvPr>
        </p:nvSpPr>
        <p:spPr>
          <a:xfrm>
            <a:off x="3243456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20" name="Text Placeholder 41"/>
          <p:cNvSpPr>
            <a:spLocks noGrp="1"/>
          </p:cNvSpPr>
          <p:nvPr>
            <p:ph type="body" sz="quarter" idx="38" hasCustomPrompt="1"/>
          </p:nvPr>
        </p:nvSpPr>
        <p:spPr>
          <a:xfrm>
            <a:off x="6105912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  <a:endParaRPr lang="da-DK"/>
          </a:p>
        </p:txBody>
      </p:sp>
      <p:sp>
        <p:nvSpPr>
          <p:cNvPr id="21" name="Text Placeholder 41"/>
          <p:cNvSpPr>
            <a:spLocks noGrp="1"/>
          </p:cNvSpPr>
          <p:nvPr>
            <p:ph type="body" sz="quarter" idx="39" hasCustomPrompt="1"/>
          </p:nvPr>
        </p:nvSpPr>
        <p:spPr>
          <a:xfrm>
            <a:off x="6105912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22" name="Text Placeholder 41"/>
          <p:cNvSpPr>
            <a:spLocks noGrp="1"/>
          </p:cNvSpPr>
          <p:nvPr>
            <p:ph type="body" sz="quarter" idx="40" hasCustomPrompt="1"/>
          </p:nvPr>
        </p:nvSpPr>
        <p:spPr>
          <a:xfrm>
            <a:off x="8968368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  <a:endParaRPr lang="da-DK"/>
          </a:p>
        </p:txBody>
      </p:sp>
      <p:sp>
        <p:nvSpPr>
          <p:cNvPr id="23" name="Text Placeholder 41"/>
          <p:cNvSpPr>
            <a:spLocks noGrp="1"/>
          </p:cNvSpPr>
          <p:nvPr>
            <p:ph type="body" sz="quarter" idx="41" hasCustomPrompt="1"/>
          </p:nvPr>
        </p:nvSpPr>
        <p:spPr>
          <a:xfrm>
            <a:off x="8968368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13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People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1147889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  <a:endParaRPr lang="en-AU" dirty="0"/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38" hasCustomPrompt="1"/>
          </p:nvPr>
        </p:nvSpPr>
        <p:spPr>
          <a:xfrm>
            <a:off x="3815262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  <a:endParaRPr lang="en-AU" dirty="0"/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40" hasCustomPrompt="1"/>
          </p:nvPr>
        </p:nvSpPr>
        <p:spPr>
          <a:xfrm>
            <a:off x="6482635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  <a:endParaRPr lang="en-AU" dirty="0"/>
          </a:p>
        </p:txBody>
      </p:sp>
      <p:sp>
        <p:nvSpPr>
          <p:cNvPr id="27" name="Picture Placeholder 6"/>
          <p:cNvSpPr>
            <a:spLocks noGrp="1"/>
          </p:cNvSpPr>
          <p:nvPr>
            <p:ph type="pic" sz="quarter" idx="42" hasCustomPrompt="1"/>
          </p:nvPr>
        </p:nvSpPr>
        <p:spPr>
          <a:xfrm>
            <a:off x="9150007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  <a:endParaRPr lang="en-AU" dirty="0"/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  <p:sp>
        <p:nvSpPr>
          <p:cNvPr id="13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32" name="Text Placeholder 41"/>
          <p:cNvSpPr>
            <a:spLocks noGrp="1"/>
          </p:cNvSpPr>
          <p:nvPr>
            <p:ph type="body" sz="quarter" idx="52" hasCustomPrompt="1"/>
          </p:nvPr>
        </p:nvSpPr>
        <p:spPr>
          <a:xfrm>
            <a:off x="989295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  <a:endParaRPr lang="en-US"/>
          </a:p>
          <a:p>
            <a:pPr lvl="1"/>
            <a:r>
              <a:rPr lang="en-US"/>
              <a:t>Job title here</a:t>
            </a:r>
            <a:endParaRPr lang="en-US"/>
          </a:p>
        </p:txBody>
      </p:sp>
      <p:sp>
        <p:nvSpPr>
          <p:cNvPr id="33" name="Text Placeholder 41"/>
          <p:cNvSpPr>
            <a:spLocks noGrp="1"/>
          </p:cNvSpPr>
          <p:nvPr>
            <p:ph type="body" sz="quarter" idx="53" hasCustomPrompt="1"/>
          </p:nvPr>
        </p:nvSpPr>
        <p:spPr>
          <a:xfrm>
            <a:off x="3656667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  <a:endParaRPr lang="en-US"/>
          </a:p>
          <a:p>
            <a:pPr lvl="1"/>
            <a:r>
              <a:rPr lang="en-US"/>
              <a:t>Job title here</a:t>
            </a:r>
            <a:endParaRPr lang="en-US"/>
          </a:p>
        </p:txBody>
      </p:sp>
      <p:sp>
        <p:nvSpPr>
          <p:cNvPr id="35" name="Text Placeholder 41"/>
          <p:cNvSpPr>
            <a:spLocks noGrp="1"/>
          </p:cNvSpPr>
          <p:nvPr>
            <p:ph type="body" sz="quarter" idx="54" hasCustomPrompt="1"/>
          </p:nvPr>
        </p:nvSpPr>
        <p:spPr>
          <a:xfrm>
            <a:off x="6324039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  <a:endParaRPr lang="en-US"/>
          </a:p>
          <a:p>
            <a:pPr lvl="1"/>
            <a:r>
              <a:rPr lang="en-US"/>
              <a:t>Job title here</a:t>
            </a:r>
            <a:endParaRPr lang="en-US"/>
          </a:p>
        </p:txBody>
      </p:sp>
      <p:sp>
        <p:nvSpPr>
          <p:cNvPr id="36" name="Text Placeholder 41"/>
          <p:cNvSpPr>
            <a:spLocks noGrp="1"/>
          </p:cNvSpPr>
          <p:nvPr>
            <p:ph type="body" sz="quarter" idx="55" hasCustomPrompt="1"/>
          </p:nvPr>
        </p:nvSpPr>
        <p:spPr>
          <a:xfrm>
            <a:off x="8991412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  <a:endParaRPr lang="en-US"/>
          </a:p>
          <a:p>
            <a:pPr lvl="1"/>
            <a:r>
              <a:rPr lang="en-US"/>
              <a:t>Job title here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sz="quarter" idx="18" hasCustomPrompt="1"/>
          </p:nvPr>
        </p:nvSpPr>
        <p:spPr>
          <a:xfrm>
            <a:off x="381000" y="2756647"/>
            <a:ext cx="11430000" cy="3404441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  <p:sp>
        <p:nvSpPr>
          <p:cNvPr id="8" name="Text Placeholder 41"/>
          <p:cNvSpPr>
            <a:spLocks noGrp="1"/>
          </p:cNvSpPr>
          <p:nvPr>
            <p:ph type="body" sz="quarter" idx="23" hasCustomPrompt="1"/>
          </p:nvPr>
        </p:nvSpPr>
        <p:spPr>
          <a:xfrm>
            <a:off x="381000" y="1943955"/>
            <a:ext cx="11430000" cy="631158"/>
          </a:xfr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sz="quarter" idx="18" hasCustomPrompt="1"/>
          </p:nvPr>
        </p:nvSpPr>
        <p:spPr>
          <a:xfrm>
            <a:off x="381000" y="1364265"/>
            <a:ext cx="11430000" cy="4796823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op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9554578" y="5833249"/>
            <a:ext cx="2256422" cy="605651"/>
            <a:chOff x="9638475" y="1219200"/>
            <a:chExt cx="1389888" cy="373063"/>
          </a:xfrm>
          <a:effectLst/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38475" y="1372165"/>
              <a:ext cx="1389888" cy="220098"/>
            </a:xfrm>
            <a:prstGeom prst="rect">
              <a:avLst/>
            </a:prstGeom>
          </p:spPr>
        </p:pic>
        <p:sp>
          <p:nvSpPr>
            <p:cNvPr id="16" name="Freeform 5"/>
            <p:cNvSpPr/>
            <p:nvPr/>
          </p:nvSpPr>
          <p:spPr bwMode="auto">
            <a:xfrm>
              <a:off x="10448925" y="1219200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903537"/>
            <a:ext cx="11430000" cy="969963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algn="ctr">
              <a:lnSpc>
                <a:spcPct val="80000"/>
              </a:lnSpc>
              <a:defRPr sz="36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Insert title at 36pt, min 30pt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copyr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Purple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/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</a:fld>
            <a:endParaRPr lang="en-US" dirty="0"/>
          </a:p>
        </p:txBody>
      </p:sp>
      <p:sp>
        <p:nvSpPr>
          <p:cNvPr id="17" name="Footer Placeholder 1"/>
          <p:cNvSpPr txBox="1"/>
          <p:nvPr/>
        </p:nvSpPr>
        <p:spPr>
          <a:xfrm>
            <a:off x="355739" y="6537399"/>
            <a:ext cx="4141956" cy="161962"/>
          </a:xfrm>
          <a:prstGeom prst="rect">
            <a:avLst/>
          </a:prstGeom>
        </p:spPr>
        <p:txBody>
          <a:bodyPr vert="horz" wrap="square" lIns="0" tIns="60930" rIns="0" bIns="60930" numCol="1" anchor="ctr" anchorCtr="0" compatLnSpc="1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US" sz="800" b="0" i="0" kern="120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  <a:lvl2pPr marL="609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19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82816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3776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47365" algn="l" defTabSz="1219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3656965" algn="l" defTabSz="1219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4265930" algn="l" defTabSz="1219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4875530" algn="l" defTabSz="1219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GB" sz="800" dirty="0">
                <a:solidFill>
                  <a:schemeClr val="bg1">
                    <a:alpha val="50000"/>
                  </a:schemeClr>
                </a:solidFill>
              </a:rPr>
              <a:t>Copyright © 2020 Accenture. All rights reserved.</a:t>
            </a:r>
            <a:endParaRPr lang="en-AU" sz="800" dirty="0">
              <a:solidFill>
                <a:schemeClr val="bg1">
                  <a:alpha val="50000"/>
                </a:scheme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est Master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44488" y="1219200"/>
            <a:ext cx="11510962" cy="4838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Footer Placeholder 4"/>
          <p:cNvSpPr txBox="1"/>
          <p:nvPr/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 2019 Accenture. All rights reserved.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pic>
        <p:nvPicPr>
          <p:cNvPr id="5" name="Picture 4" descr="A picture containing drawing, clock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/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pic>
        <p:nvPicPr>
          <p:cNvPr id="8" name="Picture 7" descr="A picture containing drawing, clock&#10;&#10;Description automatically generated"/>
          <p:cNvPicPr>
            <a:picLocks noChangeAspect="1"/>
          </p:cNvPicPr>
          <p:nvPr userDrawn="1"/>
        </p:nvPicPr>
        <p:blipFill>
          <a:blip r:embed="rId5" cstate="email"/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</a:fld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/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/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/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  <a:endParaRPr lang="en-US" sz="800" noProof="0" dirty="0"/>
          </a:p>
        </p:txBody>
      </p:sp>
      <p:sp>
        <p:nvSpPr>
          <p:cNvPr id="46" name="Textplatzhalter 45"/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/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/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  <a:endParaRPr lang="en-US"/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400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  <a:endParaRPr lang="en-US"/>
          </a:p>
        </p:txBody>
      </p:sp>
      <p:sp>
        <p:nvSpPr>
          <p:cNvPr id="22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400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  <a:endParaRPr lang="en-US"/>
          </a:p>
        </p:txBody>
      </p:sp>
      <p:pic>
        <p:nvPicPr>
          <p:cNvPr id="2" name="accenture" descr="accenture logo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  <a:endParaRPr lang="en-US"/>
          </a:p>
        </p:txBody>
      </p:sp>
      <p:sp>
        <p:nvSpPr>
          <p:cNvPr id="5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/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503030202060203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  <a:endParaRPr lang="en-US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  <a:endParaRPr lang="en-US"/>
          </a:p>
        </p:txBody>
      </p:sp>
      <p:pic>
        <p:nvPicPr>
          <p:cNvPr id="7" name="accenture" descr="accenture logo"/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/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503030202060203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/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  <a:endParaRPr lang="en-US"/>
          </a:p>
        </p:txBody>
      </p:sp>
      <p:pic>
        <p:nvPicPr>
          <p:cNvPr id="2" name="accenture" descr="accenture logo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/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/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/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/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/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/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/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/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/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/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/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/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/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/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/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/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/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/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/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/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/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/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/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/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503030202060203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503030202060203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503030202060203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503030202060203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/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/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/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/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/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/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/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/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/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/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/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/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/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/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/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/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/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/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/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/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/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/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/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/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7145" indent="0"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sz="1050" b="0" i="0">
                <a:latin typeface="Graphik" panose="020B0503030202060203" pitchFamily="34" charset="77"/>
              </a:defRPr>
            </a:lvl4pPr>
            <a:lvl5pPr marL="17145" indent="0">
              <a:buNone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Insert text here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7145" indent="0"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sz="1050" b="0" i="0">
                <a:latin typeface="Graphik" panose="020B0503030202060203" pitchFamily="34" charset="77"/>
              </a:defRPr>
            </a:lvl4pPr>
            <a:lvl5pPr marL="17145" indent="0">
              <a:buNone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Insert text here</a:t>
            </a:r>
            <a:endParaRPr lang="en-US"/>
          </a:p>
        </p:txBody>
      </p:sp>
      <p:sp>
        <p:nvSpPr>
          <p:cNvPr id="14" name="Text Placeholder 2"/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7145" indent="0"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sz="1050" b="0" i="0">
                <a:latin typeface="Graphik" panose="020B0503030202060203" pitchFamily="34" charset="77"/>
              </a:defRPr>
            </a:lvl4pPr>
            <a:lvl5pPr marL="17145" indent="0">
              <a:buNone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Insert text here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7145" indent="0"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sz="1050" b="0" i="0">
                <a:latin typeface="Graphik" panose="020B0503030202060203" pitchFamily="34" charset="77"/>
              </a:defRPr>
            </a:lvl4pPr>
            <a:lvl5pPr marL="17145" indent="0">
              <a:buNone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Insert text here</a:t>
            </a: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/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/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/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/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  <a:endParaRPr lang="en-US"/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795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b="0" i="0">
                <a:latin typeface="Graphik" panose="020B0503030202060203" pitchFamily="34" charset="77"/>
              </a:defRPr>
            </a:lvl4pPr>
            <a:lvl5pPr marL="17145" indent="0">
              <a:buNone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795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b="0" i="0">
                <a:latin typeface="Graphik" panose="020B0503030202060203" pitchFamily="34" charset="77"/>
              </a:defRPr>
            </a:lvl4pPr>
            <a:lvl5pPr marL="17145" indent="0">
              <a:buNone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  <a:endParaRPr lang="en-US"/>
          </a:p>
        </p:txBody>
      </p:sp>
      <p:sp>
        <p:nvSpPr>
          <p:cNvPr id="9" name="Text Placeholder 2"/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795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b="0" i="0">
                <a:latin typeface="Graphik" panose="020B0503030202060203" pitchFamily="34" charset="77"/>
              </a:defRPr>
            </a:lvl4pPr>
            <a:lvl5pPr marL="17145" indent="0">
              <a:buNone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795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b="0" i="0">
                <a:latin typeface="Graphik" panose="020B0503030202060203" pitchFamily="34" charset="77"/>
              </a:defRPr>
            </a:lvl4pPr>
            <a:lvl5pPr marL="17145" indent="0">
              <a:buNone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795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b="0" i="0">
                <a:latin typeface="Graphik" panose="020B0503030202060203" pitchFamily="34" charset="77"/>
              </a:defRPr>
            </a:lvl4pPr>
            <a:lvl5pPr marL="17145" indent="0">
              <a:buNone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US"/>
          </a:p>
        </p:txBody>
      </p:sp>
      <p:sp>
        <p:nvSpPr>
          <p:cNvPr id="9" name="GTS_WH"/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  <a:endParaRPr lang="en-US"/>
          </a:p>
        </p:txBody>
      </p:sp>
      <p:sp>
        <p:nvSpPr>
          <p:cNvPr id="3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US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4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</a:fld>
            <a:endParaRPr lang="en-US" sz="1350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  <a:endParaRPr lang="en-US"/>
          </a:p>
        </p:txBody>
      </p:sp>
      <p:sp>
        <p:nvSpPr>
          <p:cNvPr id="11" name="Picture Placeholder 18"/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/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/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/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32" name="Text Placeholder 4"/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/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/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/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/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35" name="Text Placeholder 4"/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/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/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/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  <a:p>
            <a:pPr lvl="3"/>
            <a:r>
              <a:rPr lang="en-US"/>
              <a:t>Fourth level (bullet)</a:t>
            </a:r>
            <a:endParaRPr lang="en-US"/>
          </a:p>
          <a:p>
            <a:pPr lvl="4"/>
            <a:r>
              <a:rPr lang="en-US"/>
              <a:t>Fifth level (bullet)</a:t>
            </a:r>
            <a:endParaRPr lang="en-US"/>
          </a:p>
          <a:p>
            <a:pPr lvl="5"/>
            <a:r>
              <a:rPr lang="en-US"/>
              <a:t>Sixth level (copy)</a:t>
            </a:r>
            <a:endParaRPr lang="en-US"/>
          </a:p>
          <a:p>
            <a:pPr lvl="6"/>
            <a:r>
              <a:rPr lang="en-US"/>
              <a:t>Seventh level (small copy)</a:t>
            </a:r>
            <a:endParaRPr lang="en-US"/>
          </a:p>
          <a:p>
            <a:pPr lvl="8"/>
            <a:r>
              <a:rPr lang="en-US"/>
              <a:t>Ninth level (footnotes and citations)</a:t>
            </a:r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/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  <a:p>
            <a:pPr lvl="3"/>
            <a:r>
              <a:rPr lang="en-US"/>
              <a:t>Fourth level (bullet)</a:t>
            </a:r>
            <a:endParaRPr lang="en-US"/>
          </a:p>
          <a:p>
            <a:pPr lvl="4"/>
            <a:r>
              <a:rPr lang="en-US"/>
              <a:t>Fifth level (bullet)</a:t>
            </a:r>
            <a:endParaRPr lang="en-US"/>
          </a:p>
          <a:p>
            <a:pPr lvl="5"/>
            <a:r>
              <a:rPr lang="en-US"/>
              <a:t>Sixth level (copy)</a:t>
            </a:r>
            <a:endParaRPr lang="en-US"/>
          </a:p>
          <a:p>
            <a:pPr lvl="6"/>
            <a:r>
              <a:rPr lang="en-US"/>
              <a:t>Seventh level (small copy)</a:t>
            </a:r>
            <a:endParaRPr lang="en-US"/>
          </a:p>
          <a:p>
            <a:pPr lvl="8"/>
            <a:r>
              <a:rPr lang="en-US"/>
              <a:t>Ninth level (footnotes and citations)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/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  <a:p>
            <a:pPr lvl="3"/>
            <a:r>
              <a:rPr lang="en-US"/>
              <a:t>Fourth level (bullet)</a:t>
            </a:r>
            <a:endParaRPr lang="en-US"/>
          </a:p>
          <a:p>
            <a:pPr lvl="4"/>
            <a:r>
              <a:rPr lang="en-US"/>
              <a:t>Fifth level (bullet)</a:t>
            </a:r>
            <a:endParaRPr lang="en-US"/>
          </a:p>
          <a:p>
            <a:pPr lvl="5"/>
            <a:r>
              <a:rPr lang="en-US"/>
              <a:t>Sixth level (copy)</a:t>
            </a:r>
            <a:endParaRPr lang="en-US"/>
          </a:p>
          <a:p>
            <a:pPr lvl="6"/>
            <a:r>
              <a:rPr lang="en-US"/>
              <a:t>Seventh level (small copy)</a:t>
            </a:r>
            <a:endParaRPr lang="en-US"/>
          </a:p>
          <a:p>
            <a:pPr lvl="8"/>
            <a:r>
              <a:rPr lang="en-US"/>
              <a:t>Ninth level (footnotes and citations)</a:t>
            </a:r>
            <a:endParaRPr lang="en-US"/>
          </a:p>
        </p:txBody>
      </p:sp>
      <p:sp>
        <p:nvSpPr>
          <p:cNvPr id="4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/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  <a:p>
            <a:pPr lvl="3"/>
            <a:r>
              <a:rPr lang="en-US"/>
              <a:t>Fourth level (bullet)</a:t>
            </a:r>
            <a:endParaRPr lang="en-US"/>
          </a:p>
          <a:p>
            <a:pPr lvl="4"/>
            <a:r>
              <a:rPr lang="en-US"/>
              <a:t>Fifth level (bullet)</a:t>
            </a:r>
            <a:endParaRPr lang="en-US"/>
          </a:p>
          <a:p>
            <a:pPr lvl="5"/>
            <a:r>
              <a:rPr lang="en-US"/>
              <a:t>Sixth level (copy)</a:t>
            </a:r>
            <a:endParaRPr lang="en-US"/>
          </a:p>
          <a:p>
            <a:pPr lvl="6"/>
            <a:r>
              <a:rPr lang="en-US"/>
              <a:t>Seventh level (small copy)</a:t>
            </a:r>
            <a:endParaRPr lang="en-US"/>
          </a:p>
          <a:p>
            <a:pPr lvl="8"/>
            <a:r>
              <a:rPr lang="en-US"/>
              <a:t>Ninth level (footnotes and citations)</a:t>
            </a:r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/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  <a:p>
            <a:pPr lvl="3"/>
            <a:r>
              <a:rPr lang="en-US"/>
              <a:t>Fourth level (bullet)</a:t>
            </a:r>
            <a:endParaRPr lang="en-US"/>
          </a:p>
          <a:p>
            <a:pPr lvl="4"/>
            <a:r>
              <a:rPr lang="en-US"/>
              <a:t>Fifth level (bullet)</a:t>
            </a:r>
            <a:endParaRPr lang="en-US"/>
          </a:p>
          <a:p>
            <a:pPr lvl="5"/>
            <a:r>
              <a:rPr lang="en-US"/>
              <a:t>Sixth level (copy)</a:t>
            </a:r>
            <a:endParaRPr lang="en-US"/>
          </a:p>
          <a:p>
            <a:pPr lvl="6"/>
            <a:r>
              <a:rPr lang="en-US"/>
              <a:t>Seventh level (small copy)</a:t>
            </a:r>
            <a:endParaRPr lang="en-US"/>
          </a:p>
          <a:p>
            <a:pPr lvl="8"/>
            <a:r>
              <a:rPr lang="en-US"/>
              <a:t>Ninth level (footnotes and citations)</a:t>
            </a:r>
            <a:endParaRPr lang="en-US"/>
          </a:p>
        </p:txBody>
      </p:sp>
      <p:sp>
        <p:nvSpPr>
          <p:cNvPr id="4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/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  <p:sp>
        <p:nvSpPr>
          <p:cNvPr id="8" name="Content Placeholder 4"/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/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  <p:sp>
        <p:nvSpPr>
          <p:cNvPr id="12" name="Content Placeholder 4"/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/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  <a:endParaRPr lang="en-US"/>
          </a:p>
        </p:txBody>
      </p:sp>
      <p:sp>
        <p:nvSpPr>
          <p:cNvPr id="14" name="Content Placeholder 4"/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  <p:sp>
        <p:nvSpPr>
          <p:cNvPr id="12" name="Picture Placeholder 10"/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/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  <p:sp>
        <p:nvSpPr>
          <p:cNvPr id="24" name="Text Placeholder 5"/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23" name="Content Placeholder 7"/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marL="11430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</a:pPr>
            <a:r>
              <a:rPr lang="en-US"/>
              <a:t>Sixth level</a:t>
            </a:r>
            <a:endParaRPr lang="en-US"/>
          </a:p>
        </p:txBody>
      </p:sp>
      <p:sp>
        <p:nvSpPr>
          <p:cNvPr id="27" name="Text Placeholder 8"/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/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26" name="Content Placeholder 10"/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marL="11430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</a:pPr>
            <a:r>
              <a:rPr lang="en-US"/>
              <a:t>Sixth level</a:t>
            </a:r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16" name="Content Placeholder 5"/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12" name="Content Placeholder 5"/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 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/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26" name="Content Placeholder 5"/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  <p:sp>
        <p:nvSpPr>
          <p:cNvPr id="34" name="Text Placeholder 3"/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/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36" name="Content Placeholder 5"/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 </a:t>
            </a:r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/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50" name="Text Placeholder 3a"/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52" name="Text Placeholder 3a"/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cxnSp>
        <p:nvCxnSpPr>
          <p:cNvPr id="53" name="Straight Connector 52"/>
          <p:cNvCxnSpPr/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/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55" name="Text Placeholder 3a"/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/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60" name="Text Placeholder 47"/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61" name="Text Placeholder 3a"/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62" name="Text Placeholder 3a"/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64" name="Text Placeholder 47"/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65" name="Text Placeholder 3a"/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/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15" name="Tex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3" name="GTS_WH"/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/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/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34" name="Text Placeholder 3"/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/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/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16" name="Text Placeholder 3a"/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17" name="Text Placeholder 47"/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18" name="Text Placeholder 3a"/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3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/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US"/>
          </a:p>
        </p:txBody>
      </p:sp>
      <p:sp>
        <p:nvSpPr>
          <p:cNvPr id="9" name="Text Placeholder 47"/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US"/>
          </a:p>
        </p:txBody>
      </p:sp>
      <p:sp>
        <p:nvSpPr>
          <p:cNvPr id="10" name="Text Placeholder 47"/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US"/>
          </a:p>
        </p:txBody>
      </p:sp>
      <p:sp>
        <p:nvSpPr>
          <p:cNvPr id="6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/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/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  <a:endParaRPr lang="en-US"/>
          </a:p>
        </p:txBody>
      </p:sp>
      <p:sp>
        <p:nvSpPr>
          <p:cNvPr id="3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/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/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3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  <a:endParaRPr lang="en-US"/>
          </a:p>
        </p:txBody>
      </p:sp>
      <p:sp>
        <p:nvSpPr>
          <p:cNvPr id="3" name="Picture Placeholder 1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  <a:endParaRPr lang="en-US"/>
          </a:p>
        </p:txBody>
      </p:sp>
      <p:sp>
        <p:nvSpPr>
          <p:cNvPr id="5" name="Picture Placeholder 1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 txBox="1"/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800" b="0" i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/>
          <p:cNvSpPr txBox="1"/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400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  <a:endParaRPr lang="en-US"/>
          </a:p>
        </p:txBody>
      </p:sp>
      <p:sp>
        <p:nvSpPr>
          <p:cNvPr id="3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</a:fld>
            <a:endParaRPr lang="en-US" sz="1350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503030202060203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/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503030202060203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80" indent="-182880" algn="l">
              <a:spcAft>
                <a:spcPts val="600"/>
              </a:spcAft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  <a:endParaRPr lang="en-US"/>
          </a:p>
          <a:p>
            <a:pPr lvl="2"/>
            <a:r>
              <a:rPr lang="en-US"/>
              <a:t>More details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29" name="Picture Placeholder 4"/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503030202060203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503030202060203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80" indent="-182880" algn="l">
              <a:spcAft>
                <a:spcPts val="600"/>
              </a:spcAft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  <a:endParaRPr lang="en-US"/>
          </a:p>
          <a:p>
            <a:pPr lvl="2"/>
            <a:r>
              <a:rPr lang="en-US"/>
              <a:t>More details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503030202060203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503030202060203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80" indent="-182880" algn="l">
              <a:spcAft>
                <a:spcPts val="600"/>
              </a:spcAft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  <a:endParaRPr lang="en-US"/>
          </a:p>
          <a:p>
            <a:pPr lvl="2"/>
            <a:r>
              <a:rPr lang="en-US"/>
              <a:t>More details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503030202060203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503030202060203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80" indent="-182880" algn="l">
              <a:spcAft>
                <a:spcPts val="600"/>
              </a:spcAft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  <a:endParaRPr lang="en-US"/>
          </a:p>
          <a:p>
            <a:pPr lvl="2"/>
            <a:r>
              <a:rPr lang="en-US"/>
              <a:t>More details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503030202060203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503030202060203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80" indent="-182880" algn="l">
              <a:spcAft>
                <a:spcPts val="600"/>
              </a:spcAft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  <a:endParaRPr lang="en-US"/>
          </a:p>
          <a:p>
            <a:pPr lvl="2"/>
            <a:r>
              <a:rPr lang="en-US"/>
              <a:t>More details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/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600"/>
              </a:spcAft>
              <a:buFont typeface="Graphik" panose="020B0503030202060203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600"/>
              </a:spcAft>
              <a:buFont typeface="Graphik" panose="020B0503030202060203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600"/>
              </a:spcAft>
              <a:buFont typeface="Graphik" panose="020B0503030202060203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600"/>
              </a:spcAft>
              <a:buFont typeface="Graphik" panose="020B0503030202060203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/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  <a:endParaRPr lang="en-US"/>
          </a:p>
          <a:p>
            <a:pPr lvl="1"/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/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  <a:endParaRPr lang="en-US"/>
          </a:p>
          <a:p>
            <a:pPr lvl="1"/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0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2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3" name="Text Placeholder 7"/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4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/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/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  <a:endParaRPr lang="en-US"/>
          </a:p>
          <a:p>
            <a:pPr lvl="1"/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68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0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1" name="Text Placeholder 7"/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2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2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 bullet</a:t>
            </a:r>
            <a:endParaRPr lang="en-US"/>
          </a:p>
          <a:p>
            <a:pPr lvl="3"/>
            <a:r>
              <a:rPr lang="en-US"/>
              <a:t>Fourth level bullet</a:t>
            </a:r>
            <a:endParaRPr lang="en-US"/>
          </a:p>
          <a:p>
            <a:pPr lvl="4"/>
            <a:r>
              <a:rPr lang="en-US"/>
              <a:t>Fifth level bullet</a:t>
            </a:r>
            <a:endParaRPr lang="en-US"/>
          </a:p>
        </p:txBody>
      </p:sp>
      <p:sp>
        <p:nvSpPr>
          <p:cNvPr id="10" name="Picture Placeholder 6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/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29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/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/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/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/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/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41" name="Text Placeholder 6"/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43" name="Text Placeholder 8"/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 bullet</a:t>
            </a:r>
            <a:endParaRPr lang="en-US"/>
          </a:p>
          <a:p>
            <a:pPr lvl="3"/>
            <a:r>
              <a:rPr lang="en-US"/>
              <a:t>Fourth level bullet</a:t>
            </a:r>
            <a:endParaRPr lang="en-US"/>
          </a:p>
          <a:p>
            <a:pPr lvl="4"/>
            <a:r>
              <a:rPr lang="en-US"/>
              <a:t>Fifth level bullet</a:t>
            </a:r>
            <a:endParaRPr lang="en-US"/>
          </a:p>
        </p:txBody>
      </p:sp>
      <p:sp>
        <p:nvSpPr>
          <p:cNvPr id="59" name="Picture Placeholder 6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/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/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/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/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/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11" name="GTS_Purple"/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600" indent="-228600"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200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800">
              <a:buFont typeface="Graphik" panose="020B0503030202060203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400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 bullet</a:t>
            </a:r>
            <a:endParaRPr lang="en-US"/>
          </a:p>
          <a:p>
            <a:pPr lvl="3"/>
            <a:r>
              <a:rPr lang="en-US"/>
              <a:t>Fourth level bullet</a:t>
            </a:r>
            <a:endParaRPr lang="en-US"/>
          </a:p>
          <a:p>
            <a:pPr lvl="4"/>
            <a:r>
              <a:rPr lang="en-US"/>
              <a:t>Fifth level bullet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600" indent="-228600"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200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800">
              <a:buFont typeface="Graphik" panose="020B0503030202060203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400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 bullet</a:t>
            </a:r>
            <a:endParaRPr lang="en-US"/>
          </a:p>
          <a:p>
            <a:pPr lvl="3"/>
            <a:r>
              <a:rPr lang="en-US"/>
              <a:t>Fourth level bullet</a:t>
            </a:r>
            <a:endParaRPr lang="en-US"/>
          </a:p>
          <a:p>
            <a:pPr lvl="4"/>
            <a:r>
              <a:rPr lang="en-US"/>
              <a:t>Fifth level bullet</a:t>
            </a:r>
            <a:endParaRPr lang="en-US"/>
          </a:p>
        </p:txBody>
      </p:sp>
      <p:sp>
        <p:nvSpPr>
          <p:cNvPr id="3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5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</a:fld>
            <a:endParaRPr lang="en-US" sz="1350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600" indent="-228600"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200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800">
              <a:buFont typeface="Graphik" panose="020B0503030202060203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400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 bullet</a:t>
            </a:r>
            <a:endParaRPr lang="en-US"/>
          </a:p>
          <a:p>
            <a:pPr lvl="3"/>
            <a:r>
              <a:rPr lang="en-US"/>
              <a:t>Fourth level bullet</a:t>
            </a:r>
            <a:endParaRPr lang="en-US"/>
          </a:p>
          <a:p>
            <a:pPr lvl="4"/>
            <a:r>
              <a:rPr lang="en-US"/>
              <a:t>Fifth level bullet</a:t>
            </a:r>
            <a:endParaRPr lang="en-US"/>
          </a:p>
        </p:txBody>
      </p:sp>
      <p:sp>
        <p:nvSpPr>
          <p:cNvPr id="4" name="Picture Placeholder 35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6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</a:fld>
            <a:endParaRPr lang="en-US" sz="1350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  <a:endParaRPr lang="en-US"/>
          </a:p>
        </p:txBody>
      </p:sp>
      <p:sp>
        <p:nvSpPr>
          <p:cNvPr id="18" name="Picture Placeholder 18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</p:txBody>
      </p:sp>
      <p:sp>
        <p:nvSpPr>
          <p:cNvPr id="20" name="Picture Placeholder 18"/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</p:txBody>
      </p:sp>
      <p:sp>
        <p:nvSpPr>
          <p:cNvPr id="10" name="Picture Placeholder 1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  <a:endParaRPr lang="en-US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  <a:endParaRPr lang="en-GB"/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3pPr>
            <a:lvl4pPr marL="230505" indent="-230505">
              <a:spcAft>
                <a:spcPts val="600"/>
              </a:spcAft>
              <a:defRPr sz="1200"/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600" lvl="0" indent="-228600" algn="ctr"/>
            <a:r>
              <a:rPr lang="en-GB"/>
              <a:t>Drag picture to placeholder </a:t>
            </a:r>
            <a:endParaRPr lang="en-GB"/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3pPr>
            <a:lvl4pPr marL="230505" indent="-230505">
              <a:spcAft>
                <a:spcPts val="600"/>
              </a:spcAft>
              <a:defRPr sz="1200"/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/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3pPr>
            <a:lvl4pPr marL="230505" indent="-230505">
              <a:spcAft>
                <a:spcPts val="600"/>
              </a:spcAft>
              <a:defRPr sz="1200"/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/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22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2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  <a:endParaRPr lang="en-US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  <a:endParaRPr lang="en-GB"/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600" lvl="0" indent="-228600" algn="ctr"/>
            <a:r>
              <a:rPr lang="en-GB"/>
              <a:t>Drag picture to placeholder </a:t>
            </a:r>
            <a:endParaRPr lang="en-GB"/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/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12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/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3pPr>
            <a:lvl4pPr marL="230505" indent="-230505">
              <a:spcAft>
                <a:spcPts val="600"/>
              </a:spcAft>
              <a:defRPr sz="1200"/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5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3pPr>
            <a:lvl4pPr marL="230505" indent="-230505">
              <a:spcAft>
                <a:spcPts val="600"/>
              </a:spcAft>
              <a:defRPr sz="1200"/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5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3pPr>
            <a:lvl4pPr marL="230505" indent="-230505">
              <a:spcAft>
                <a:spcPts val="600"/>
              </a:spcAft>
              <a:defRPr sz="1200"/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5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3pPr>
            <a:lvl4pPr marL="230505" indent="-230505">
              <a:spcAft>
                <a:spcPts val="600"/>
              </a:spcAft>
              <a:defRPr sz="1200"/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/>
          <p:cNvCxnSpPr/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/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2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5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5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5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/>
          <p:cNvCxnSpPr/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/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8" Type="http://schemas.openxmlformats.org/officeDocument/2006/relationships/theme" Target="../theme/theme2.xml"/><Relationship Id="rId27" Type="http://schemas.openxmlformats.org/officeDocument/2006/relationships/image" Target="../media/image19.png"/><Relationship Id="rId26" Type="http://schemas.openxmlformats.org/officeDocument/2006/relationships/image" Target="../media/image18.png"/><Relationship Id="rId25" Type="http://schemas.openxmlformats.org/officeDocument/2006/relationships/image" Target="../media/image17.png"/><Relationship Id="rId24" Type="http://schemas.openxmlformats.org/officeDocument/2006/relationships/image" Target="../media/image16.png"/><Relationship Id="rId23" Type="http://schemas.openxmlformats.org/officeDocument/2006/relationships/image" Target="../media/image15.png"/><Relationship Id="rId22" Type="http://schemas.openxmlformats.org/officeDocument/2006/relationships/image" Target="../media/image14.png"/><Relationship Id="rId21" Type="http://schemas.openxmlformats.org/officeDocument/2006/relationships/image" Target="../media/image13.png"/><Relationship Id="rId20" Type="http://schemas.openxmlformats.org/officeDocument/2006/relationships/image" Target="../media/image12.png"/><Relationship Id="rId2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39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4" Type="http://schemas.openxmlformats.org/officeDocument/2006/relationships/theme" Target="../theme/theme4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8" Type="http://schemas.openxmlformats.org/officeDocument/2006/relationships/theme" Target="../theme/theme5.xml"/><Relationship Id="rId57" Type="http://schemas.openxmlformats.org/officeDocument/2006/relationships/slideLayout" Target="../slideLayouts/slideLayout102.xml"/><Relationship Id="rId56" Type="http://schemas.openxmlformats.org/officeDocument/2006/relationships/slideLayout" Target="../slideLayouts/slideLayout101.xml"/><Relationship Id="rId55" Type="http://schemas.openxmlformats.org/officeDocument/2006/relationships/slideLayout" Target="../slideLayouts/slideLayout100.xml"/><Relationship Id="rId54" Type="http://schemas.openxmlformats.org/officeDocument/2006/relationships/slideLayout" Target="../slideLayouts/slideLayout99.xml"/><Relationship Id="rId53" Type="http://schemas.openxmlformats.org/officeDocument/2006/relationships/slideLayout" Target="../slideLayouts/slideLayout98.xml"/><Relationship Id="rId52" Type="http://schemas.openxmlformats.org/officeDocument/2006/relationships/slideLayout" Target="../slideLayouts/slideLayout97.xml"/><Relationship Id="rId51" Type="http://schemas.openxmlformats.org/officeDocument/2006/relationships/slideLayout" Target="../slideLayouts/slideLayout96.xml"/><Relationship Id="rId50" Type="http://schemas.openxmlformats.org/officeDocument/2006/relationships/slideLayout" Target="../slideLayouts/slideLayout95.xml"/><Relationship Id="rId5" Type="http://schemas.openxmlformats.org/officeDocument/2006/relationships/slideLayout" Target="../slideLayouts/slideLayout50.xml"/><Relationship Id="rId49" Type="http://schemas.openxmlformats.org/officeDocument/2006/relationships/slideLayout" Target="../slideLayouts/slideLayout94.xml"/><Relationship Id="rId48" Type="http://schemas.openxmlformats.org/officeDocument/2006/relationships/slideLayout" Target="../slideLayouts/slideLayout93.xml"/><Relationship Id="rId47" Type="http://schemas.openxmlformats.org/officeDocument/2006/relationships/slideLayout" Target="../slideLayouts/slideLayout92.xml"/><Relationship Id="rId46" Type="http://schemas.openxmlformats.org/officeDocument/2006/relationships/slideLayout" Target="../slideLayouts/slideLayout91.xml"/><Relationship Id="rId45" Type="http://schemas.openxmlformats.org/officeDocument/2006/relationships/slideLayout" Target="../slideLayouts/slideLayout90.xml"/><Relationship Id="rId44" Type="http://schemas.openxmlformats.org/officeDocument/2006/relationships/slideLayout" Target="../slideLayouts/slideLayout89.xml"/><Relationship Id="rId43" Type="http://schemas.openxmlformats.org/officeDocument/2006/relationships/slideLayout" Target="../slideLayouts/slideLayout88.xml"/><Relationship Id="rId42" Type="http://schemas.openxmlformats.org/officeDocument/2006/relationships/slideLayout" Target="../slideLayouts/slideLayout87.xml"/><Relationship Id="rId41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49.xml"/><Relationship Id="rId39" Type="http://schemas.openxmlformats.org/officeDocument/2006/relationships/slideLayout" Target="../slideLayouts/slideLayout84.xml"/><Relationship Id="rId38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2.xml"/><Relationship Id="rId36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0.xml"/><Relationship Id="rId34" Type="http://schemas.openxmlformats.org/officeDocument/2006/relationships/slideLayout" Target="../slideLayouts/slideLayout79.xml"/><Relationship Id="rId33" Type="http://schemas.openxmlformats.org/officeDocument/2006/relationships/slideLayout" Target="../slideLayouts/slideLayout78.xml"/><Relationship Id="rId32" Type="http://schemas.openxmlformats.org/officeDocument/2006/relationships/slideLayout" Target="../slideLayouts/slideLayout77.xml"/><Relationship Id="rId31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5.xml"/><Relationship Id="rId3" Type="http://schemas.openxmlformats.org/officeDocument/2006/relationships/slideLayout" Target="../slideLayouts/slideLayout48.xml"/><Relationship Id="rId29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65.xml"/><Relationship Id="rId2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  <a:p>
            <a:pPr lvl="3"/>
            <a:r>
              <a:rPr lang="en-US"/>
              <a:t>Fourth level (bullet)</a:t>
            </a:r>
            <a:endParaRPr lang="en-US"/>
          </a:p>
          <a:p>
            <a:pPr lvl="4"/>
            <a:r>
              <a:rPr lang="en-US"/>
              <a:t>Fifth level (bullet)</a:t>
            </a:r>
            <a:endParaRPr lang="en-US"/>
          </a:p>
          <a:p>
            <a:pPr lvl="5"/>
            <a:r>
              <a:rPr lang="en-US"/>
              <a:t>Sixth level (copy)</a:t>
            </a:r>
            <a:endParaRPr lang="en-US"/>
          </a:p>
          <a:p>
            <a:pPr lvl="6"/>
            <a:r>
              <a:rPr lang="en-US"/>
              <a:t>Seventh level (small copy)</a:t>
            </a:r>
            <a:endParaRPr lang="en-US"/>
          </a:p>
          <a:p>
            <a:pPr lvl="7"/>
            <a:r>
              <a:rPr lang="en-US"/>
              <a:t>EIGHT LEVEL (DESCRIPTOR)</a:t>
            </a:r>
            <a:endParaRPr lang="en-US"/>
          </a:p>
          <a:p>
            <a:pPr lvl="8"/>
            <a:r>
              <a:rPr lang="en-US"/>
              <a:t>Ninth level (footer)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73152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indent="-182880" algn="l" defTabSz="1828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indent="-182880" algn="l" defTabSz="1828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82880" algn="l" defTabSz="1828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182880" algn="l" defTabSz="1828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0" indent="0" algn="l" defTabSz="182880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80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80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80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/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pic>
        <p:nvPicPr>
          <p:cNvPr id="7" name="Accenture_Technology" hidden="1"/>
          <p:cNvPicPr>
            <a:picLocks noChangeAspect="1"/>
          </p:cNvPicPr>
          <p:nvPr userDrawn="1"/>
        </p:nvPicPr>
        <p:blipFill>
          <a:blip r:embed="rId20" cstate="email"/>
          <a:stretch>
            <a:fillRect/>
          </a:stretch>
        </p:blipFill>
        <p:spPr>
          <a:xfrm>
            <a:off x="338798" y="6243985"/>
            <a:ext cx="2024293" cy="333289"/>
          </a:xfrm>
          <a:prstGeom prst="rect">
            <a:avLst/>
          </a:prstGeom>
        </p:spPr>
      </p:pic>
      <p:pic>
        <p:nvPicPr>
          <p:cNvPr id="9" name="Accenture_Strategy" hidden="1"/>
          <p:cNvPicPr>
            <a:picLocks noChangeAspect="1"/>
          </p:cNvPicPr>
          <p:nvPr userDrawn="1"/>
        </p:nvPicPr>
        <p:blipFill>
          <a:blip r:embed="rId21" cstate="email"/>
          <a:stretch>
            <a:fillRect/>
          </a:stretch>
        </p:blipFill>
        <p:spPr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10" name="Accenture_Operations" hidden="1"/>
          <p:cNvPicPr>
            <a:picLocks noChangeAspect="1"/>
          </p:cNvPicPr>
          <p:nvPr userDrawn="1"/>
        </p:nvPicPr>
        <p:blipFill>
          <a:blip r:embed="rId22" cstate="email"/>
          <a:stretch>
            <a:fillRect/>
          </a:stretch>
        </p:blipFill>
        <p:spPr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11" name="Accenture_Mobility" hidden="1"/>
          <p:cNvPicPr>
            <a:picLocks noChangeAspect="1"/>
          </p:cNvPicPr>
          <p:nvPr userDrawn="1"/>
        </p:nvPicPr>
        <p:blipFill>
          <a:blip r:embed="rId23" cstate="email"/>
          <a:stretch>
            <a:fillRect/>
          </a:stretch>
        </p:blipFill>
        <p:spPr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12" name="Accenture_Interactive" hidden="1"/>
          <p:cNvPicPr>
            <a:picLocks noChangeAspect="1"/>
          </p:cNvPicPr>
          <p:nvPr userDrawn="1"/>
        </p:nvPicPr>
        <p:blipFill>
          <a:blip r:embed="rId24" cstate="email"/>
          <a:stretch>
            <a:fillRect/>
          </a:stretch>
        </p:blipFill>
        <p:spPr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13" name="Accenture_Analytics" hidden="1"/>
          <p:cNvPicPr>
            <a:picLocks noChangeAspect="1"/>
          </p:cNvPicPr>
          <p:nvPr userDrawn="1"/>
        </p:nvPicPr>
        <p:blipFill>
          <a:blip r:embed="rId25" cstate="email"/>
          <a:stretch>
            <a:fillRect/>
          </a:stretch>
        </p:blipFill>
        <p:spPr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4" name="Accenture_Digital" hidden="1"/>
          <p:cNvPicPr>
            <a:picLocks noChangeAspect="1"/>
          </p:cNvPicPr>
          <p:nvPr userDrawn="1"/>
        </p:nvPicPr>
        <p:blipFill>
          <a:blip r:embed="rId26" cstate="email"/>
          <a:stretch>
            <a:fillRect/>
          </a:stretch>
        </p:blipFill>
        <p:spPr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15" name="Accenture_Consulting" hidden="1"/>
          <p:cNvPicPr>
            <a:picLocks noChangeAspect="1"/>
          </p:cNvPicPr>
          <p:nvPr userDrawn="1"/>
        </p:nvPicPr>
        <p:blipFill>
          <a:blip r:embed="rId27" cstate="email"/>
          <a:stretch>
            <a:fillRect/>
          </a:stretch>
        </p:blipFill>
        <p:spPr>
          <a:xfrm>
            <a:off x="338799" y="6244783"/>
            <a:ext cx="1942440" cy="33069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hdr="0" ftr="0" dt="0"/>
  <p:txStyles>
    <p:titleStyle>
      <a:lvl1pPr marL="0" indent="0"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2720" indent="-169545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75" indent="-1778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445" indent="-17272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 dt="0"/>
  <p:txStyles>
    <p:titleStyle>
      <a:lvl1pPr marL="0" indent="0"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2720" indent="-169545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75" indent="-1778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445" indent="-17272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/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/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  <a:p>
            <a:pPr lvl="3"/>
            <a:r>
              <a:rPr lang="en-US"/>
              <a:t>Fourth level (bullet)</a:t>
            </a:r>
            <a:endParaRPr lang="en-US"/>
          </a:p>
          <a:p>
            <a:pPr lvl="4"/>
            <a:r>
              <a:rPr lang="en-US"/>
              <a:t>Fifth level (bullet)</a:t>
            </a:r>
            <a:endParaRPr lang="en-US"/>
          </a:p>
          <a:p>
            <a:pPr lvl="5"/>
            <a:r>
              <a:rPr lang="en-US"/>
              <a:t>Sixth level (copy)</a:t>
            </a:r>
            <a:endParaRPr lang="en-US"/>
          </a:p>
          <a:p>
            <a:pPr lvl="6"/>
            <a:r>
              <a:rPr lang="en-US"/>
              <a:t>Seventh level (small copy)</a:t>
            </a:r>
            <a:endParaRPr lang="en-US"/>
          </a:p>
          <a:p>
            <a:pPr lvl="7"/>
            <a:r>
              <a:rPr lang="en-US"/>
              <a:t>EIGHT LEVEL (DESCRIPTOR)</a:t>
            </a:r>
            <a:endParaRPr lang="en-US"/>
          </a:p>
          <a:p>
            <a:pPr lvl="8"/>
            <a:r>
              <a:rPr lang="en-US"/>
              <a:t>Ninth level (footer)</a:t>
            </a:r>
            <a:endParaRPr lang="en-US"/>
          </a:p>
        </p:txBody>
      </p:sp>
      <p:sp>
        <p:nvSpPr>
          <p:cNvPr id="4" name="GTS_Purple"/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  <p:sldLayoutId id="2147483723" r:id="rId26"/>
    <p:sldLayoutId id="2147483724" r:id="rId27"/>
    <p:sldLayoutId id="2147483725" r:id="rId28"/>
    <p:sldLayoutId id="2147483726" r:id="rId29"/>
    <p:sldLayoutId id="2147483727" r:id="rId30"/>
    <p:sldLayoutId id="2147483728" r:id="rId31"/>
    <p:sldLayoutId id="2147483729" r:id="rId32"/>
    <p:sldLayoutId id="2147483730" r:id="rId33"/>
    <p:sldLayoutId id="2147483731" r:id="rId34"/>
    <p:sldLayoutId id="2147483732" r:id="rId35"/>
    <p:sldLayoutId id="2147483733" r:id="rId36"/>
    <p:sldLayoutId id="2147483734" r:id="rId37"/>
    <p:sldLayoutId id="2147483735" r:id="rId38"/>
    <p:sldLayoutId id="2147483736" r:id="rId39"/>
    <p:sldLayoutId id="2147483737" r:id="rId40"/>
    <p:sldLayoutId id="2147483738" r:id="rId41"/>
    <p:sldLayoutId id="2147483739" r:id="rId42"/>
    <p:sldLayoutId id="2147483740" r:id="rId43"/>
    <p:sldLayoutId id="2147483741" r:id="rId44"/>
    <p:sldLayoutId id="2147483742" r:id="rId45"/>
    <p:sldLayoutId id="2147483743" r:id="rId46"/>
    <p:sldLayoutId id="2147483744" r:id="rId47"/>
    <p:sldLayoutId id="2147483745" r:id="rId48"/>
    <p:sldLayoutId id="2147483746" r:id="rId49"/>
    <p:sldLayoutId id="2147483747" r:id="rId50"/>
    <p:sldLayoutId id="2147483748" r:id="rId51"/>
    <p:sldLayoutId id="2147483749" r:id="rId52"/>
    <p:sldLayoutId id="2147483750" r:id="rId53"/>
    <p:sldLayoutId id="2147483751" r:id="rId54"/>
    <p:sldLayoutId id="2147483752" r:id="rId55"/>
    <p:sldLayoutId id="2147483753" r:id="rId56"/>
    <p:sldLayoutId id="2147483754" r:id="rId57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6.xml"/><Relationship Id="rId2" Type="http://schemas.openxmlformats.org/officeDocument/2006/relationships/image" Target="../media/image31.png"/><Relationship Id="rId1" Type="http://schemas.openxmlformats.org/officeDocument/2006/relationships/image" Target="../media/image30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image" Target="../media/image3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  <a:endParaRPr kumimoji="0" lang="en-US" sz="4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Semibold" panose="020B0503030202060203" pitchFamily="34" charset="77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1865" y="439051"/>
            <a:ext cx="11430000" cy="1222515"/>
          </a:xfrm>
        </p:spPr>
        <p:txBody>
          <a:bodyPr>
            <a:normAutofit/>
          </a:bodyPr>
          <a:lstStyle/>
          <a:p>
            <a:r>
              <a:rPr lang="en-US" dirty="0"/>
              <a:t>Instructions</a:t>
            </a:r>
            <a:b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sz="2400" i="1" dirty="0">
                <a:solidFill>
                  <a:schemeClr val="accent1"/>
                </a:solidFill>
              </a:rPr>
              <a:t>Reference slide– Remove before submission</a:t>
            </a:r>
            <a:endParaRPr lang="en-US" i="1" dirty="0">
              <a:solidFill>
                <a:schemeClr val="accent1"/>
              </a:solidFill>
            </a:endParaRPr>
          </a:p>
        </p:txBody>
      </p:sp>
      <p:sp>
        <p:nvSpPr>
          <p:cNvPr id="10" name="Rectangle: Rounded Corners 9"/>
          <p:cNvSpPr/>
          <p:nvPr/>
        </p:nvSpPr>
        <p:spPr>
          <a:xfrm>
            <a:off x="370951" y="1608547"/>
            <a:ext cx="10712987" cy="584137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 the given template for your idea submission.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370949" y="2329907"/>
            <a:ext cx="10712987" cy="633983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Follow file naming format: Team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name_Idea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Name.pptx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6" name="Rectangle: Rounded Corners 15"/>
          <p:cNvSpPr/>
          <p:nvPr/>
        </p:nvSpPr>
        <p:spPr>
          <a:xfrm>
            <a:off x="370952" y="3097377"/>
            <a:ext cx="10712984" cy="584137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Ensure the spell check is done before submitting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370951" y="3841792"/>
            <a:ext cx="10712984" cy="584137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 standard Arial font, alignment and relevant images (as required)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756285" y="2406015"/>
            <a:ext cx="1424940" cy="14579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/>
              <a:t>Team details</a:t>
            </a:r>
            <a:endParaRPr lang="en-GB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9" name="Text Placeholder 27"/>
          <p:cNvSpPr txBox="1"/>
          <p:nvPr/>
        </p:nvSpPr>
        <p:spPr>
          <a:xfrm>
            <a:off x="2637790" y="2098675"/>
            <a:ext cx="3286125" cy="810895"/>
          </a:xfrm>
          <a:prstGeom prst="rect">
            <a:avLst/>
          </a:prstGeom>
        </p:spPr>
        <p:txBody>
          <a:bodyPr vert="horz" lIns="0" tIns="0" rIns="0" bIns="0" rtlCol="0" anchor="b">
            <a:normAutofit fontScale="7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720" indent="-16954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75" indent="-1778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445" indent="-1727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IN" alt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Aditya Kumar Sahu</a:t>
            </a:r>
            <a:endParaRPr kumimoji="0" lang="en-IN" altLang="en-GB" sz="36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Graphik"/>
                <a:ea typeface="+mn-ea"/>
                <a:cs typeface="+mn-cs"/>
              </a:rPr>
              <a:t>All fields are mandatory</a:t>
            </a:r>
            <a:endParaRPr kumimoji="0" lang="en-US" sz="105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Photo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/>
          <p:cNvSpPr txBox="1"/>
          <p:nvPr/>
        </p:nvSpPr>
        <p:spPr>
          <a:xfrm>
            <a:off x="2751455" y="4203065"/>
            <a:ext cx="2588260" cy="810895"/>
          </a:xfrm>
          <a:prstGeom prst="rect">
            <a:avLst/>
          </a:prstGeom>
        </p:spPr>
        <p:txBody>
          <a:bodyPr vert="horz" lIns="0" tIns="0" rIns="0" bIns="0" rtlCol="0" anchor="b">
            <a:normAutofit fontScale="7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720" indent="-16954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75" indent="-1778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445" indent="-1727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IN" alt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Anubhav Vishal</a:t>
            </a:r>
            <a:endParaRPr kumimoji="0" lang="en-IN" altLang="en-GB" sz="36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 Placeholder 27"/>
          <p:cNvSpPr txBox="1"/>
          <p:nvPr/>
        </p:nvSpPr>
        <p:spPr>
          <a:xfrm>
            <a:off x="9165590" y="2098675"/>
            <a:ext cx="2527300" cy="810895"/>
          </a:xfrm>
          <a:prstGeom prst="rect">
            <a:avLst/>
          </a:prstGeom>
        </p:spPr>
        <p:txBody>
          <a:bodyPr vert="horz" lIns="0" tIns="0" rIns="0" bIns="0" rtlCol="0" anchor="b">
            <a:normAutofit fontScale="7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720" indent="-16954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75" indent="-1778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445" indent="-1727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IN" alt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Aayush Dubey</a:t>
            </a:r>
            <a:endParaRPr kumimoji="0" lang="en-IN" altLang="en-GB" sz="36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/>
          <p:cNvGraphicFramePr>
            <a:graphicFrameLocks noGrp="1"/>
          </p:cNvGraphicFramePr>
          <p:nvPr/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/>
                <a:gridCol w="7235382"/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</a:t>
                      </a:r>
                      <a:r>
                        <a:rPr lang="en-IN" altLang="en-US" sz="1400" dirty="0">
                          <a:solidFill>
                            <a:srgbClr val="A100FF"/>
                          </a:solidFill>
                        </a:rPr>
                        <a:t> O(N)</a:t>
                      </a:r>
                      <a:endParaRPr lang="en-IN" altLang="en-US" sz="1400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623185" y="3141345"/>
            <a:ext cx="303085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  <a:r>
              <a:rPr kumimoji="0" lang="en-I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National Institute of Technology Karnataka, Surathkal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  <a:r>
              <a:rPr kumimoji="0" lang="en-I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Mining Engineering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  <a:r>
              <a:rPr kumimoji="0" lang="en-I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2027</a:t>
            </a: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37790" y="5236210"/>
            <a:ext cx="303403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College:</a:t>
            </a:r>
            <a:r>
              <a:rPr lang="en-I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 National Institute of Technology Karnataka, Surathkal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Stream:</a:t>
            </a:r>
            <a:r>
              <a:rPr lang="en-I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 Mining Engineering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Year of graduation:</a:t>
            </a:r>
            <a:r>
              <a:rPr lang="en-I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 2027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22410" y="3141345"/>
            <a:ext cx="289941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College:</a:t>
            </a:r>
            <a:r>
              <a:rPr lang="en-I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 National Institute of Technology Karnataka, Surathkal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Stream:</a:t>
            </a:r>
            <a:r>
              <a:rPr lang="en-I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 Mining Engineering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Year of graduation:</a:t>
            </a:r>
            <a:r>
              <a:rPr lang="en-I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 2027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05" y="4361815"/>
            <a:ext cx="1433195" cy="147193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7284085" y="2406015"/>
            <a:ext cx="1434465" cy="1471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57648" y="386331"/>
            <a:ext cx="11282796" cy="470919"/>
          </a:xfrm>
          <a:solidFill>
            <a:srgbClr val="A100FF"/>
          </a:solidFill>
        </p:spPr>
        <p:txBody>
          <a:bodyPr>
            <a:normAutofit/>
          </a:bodyPr>
          <a:lstStyle/>
          <a:p>
            <a:r>
              <a:rPr lang="en-US" altLang="en-US" sz="2000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The Opportunity Behind PatientTriage.ai</a:t>
            </a:r>
            <a:endParaRPr lang="en-US" altLang="en-US" sz="2000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372745" y="1214755"/>
            <a:ext cx="11282680" cy="4766741"/>
            <a:chOff x="563" y="1608"/>
            <a:chExt cx="17768" cy="7507"/>
          </a:xfrm>
        </p:grpSpPr>
        <p:grpSp>
          <p:nvGrpSpPr>
            <p:cNvPr id="16" name="Group 15"/>
            <p:cNvGrpSpPr/>
            <p:nvPr/>
          </p:nvGrpSpPr>
          <p:grpSpPr>
            <a:xfrm>
              <a:off x="563" y="1608"/>
              <a:ext cx="8215" cy="3574"/>
              <a:chOff x="563" y="1518"/>
              <a:chExt cx="6208" cy="3828"/>
            </a:xfrm>
          </p:grpSpPr>
          <p:sp>
            <p:nvSpPr>
              <p:cNvPr id="2" name="Rounded Rectangle 1"/>
              <p:cNvSpPr/>
              <p:nvPr/>
            </p:nvSpPr>
            <p:spPr>
              <a:xfrm>
                <a:off x="563" y="1518"/>
                <a:ext cx="6209" cy="3829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Rounded Rectangle 5"/>
              <p:cNvSpPr/>
              <p:nvPr/>
            </p:nvSpPr>
            <p:spPr>
              <a:xfrm>
                <a:off x="786" y="1658"/>
                <a:ext cx="5763" cy="792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GAP IN TODAY'S SYSTEMS</a:t>
                </a:r>
                <a:endParaRPr lang="en-US" altLang="en-US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" name="Text Box 6"/>
            <p:cNvSpPr txBox="1"/>
            <p:nvPr/>
          </p:nvSpPr>
          <p:spPr>
            <a:xfrm>
              <a:off x="858" y="2604"/>
              <a:ext cx="7511" cy="22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EHRs primarily store and present information</a:t>
              </a:r>
              <a:endParaRPr lang="en-US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Traditional triage largely creates an initial priority</a:t>
              </a:r>
              <a:endParaRPr lang="en-US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Hospital dashboards provide visibility, not orchestration</a:t>
              </a:r>
              <a:endParaRPr lang="en-US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Operational decisions are often distributed across teams</a:t>
              </a:r>
              <a:endParaRPr lang="en-US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563" y="5534"/>
              <a:ext cx="8216" cy="3575"/>
              <a:chOff x="563" y="1518"/>
              <a:chExt cx="6209" cy="3147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786" y="1658"/>
                <a:ext cx="5763" cy="651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OUR BUSINESS OPPORTUNITY</a:t>
                </a:r>
                <a:endParaRPr lang="en-US" alt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Text Box 14"/>
              <p:cNvSpPr txBox="1"/>
              <p:nvPr/>
            </p:nvSpPr>
            <p:spPr>
              <a:xfrm>
                <a:off x="787" y="2394"/>
                <a:ext cx="5763" cy="19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Build an intelligence layer for Emergency Departments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Connect clinical risk with operational resources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Start with triage and expand into patient-flow management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Deliver value using resources hospitals already have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9273" y="5535"/>
              <a:ext cx="9058" cy="3580"/>
              <a:chOff x="563" y="1518"/>
              <a:chExt cx="6209" cy="3152"/>
            </a:xfrm>
          </p:grpSpPr>
          <p:sp>
            <p:nvSpPr>
              <p:cNvPr id="18" name="Rounded Rectangle 17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786" y="1658"/>
                <a:ext cx="5763" cy="745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WHY THIS CAN SCALE</a:t>
                </a:r>
                <a:endParaRPr lang="en-US" alt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Text Box 19"/>
              <p:cNvSpPr txBox="1"/>
              <p:nvPr/>
            </p:nvSpPr>
            <p:spPr>
              <a:xfrm>
                <a:off x="931" y="2394"/>
                <a:ext cx="5362" cy="22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Same core platform can support different hospital workflows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Hospital-specific configuration creates deeper integration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Additional modules can be added over time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One successful ED deployment can become an entry point into wider hospital operations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9274" y="1609"/>
              <a:ext cx="9017" cy="3574"/>
              <a:chOff x="563" y="1518"/>
              <a:chExt cx="6209" cy="3147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786" y="1658"/>
                <a:ext cx="5763" cy="651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lnSpc>
                    <a:spcPct val="80000"/>
                  </a:lnSpc>
                </a:pPr>
                <a:r>
                  <a:rPr lang="en-US" altLang="en-US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WHAT HOSPITALS ACTUALLY NEED</a:t>
                </a:r>
                <a:endParaRPr lang="en-US" alt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 Box 23"/>
              <p:cNvSpPr txBox="1"/>
              <p:nvPr/>
            </p:nvSpPr>
            <p:spPr>
              <a:xfrm>
                <a:off x="835" y="2394"/>
                <a:ext cx="5713" cy="17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Continuous visibility of patient risk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Dynamic prioritization as conditions change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Better coordination of beds, doctors and treatment spaces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Faster identification of operational bottlenecks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Human decision-making supported by relevant information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4" name="Text Box 33"/>
          <p:cNvSpPr txBox="1"/>
          <p:nvPr/>
        </p:nvSpPr>
        <p:spPr>
          <a:xfrm>
            <a:off x="357505" y="6201410"/>
            <a:ext cx="11382375" cy="321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IN" altLang="en-US" sz="1500" i="1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en-US" sz="1500" i="1">
                <a:latin typeface="Arial" panose="020B0604020202020204" pitchFamily="34" charset="0"/>
                <a:cs typeface="Arial" panose="020B0604020202020204" pitchFamily="34" charset="0"/>
              </a:rPr>
              <a:t>We are not selling another dashboard. We are building a decision-support layer around the hospital's most time-sensitive workflow.</a:t>
            </a:r>
            <a:r>
              <a:rPr lang="en-IN" altLang="en-US" sz="1500" i="1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IN" altLang="en-US" sz="15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566275" y="478790"/>
            <a:ext cx="1974850" cy="305435"/>
          </a:xfrm>
          <a:prstGeom prst="roundRect">
            <a:avLst>
              <a:gd name="adj" fmla="val 29953"/>
            </a:avLst>
          </a:prstGeom>
          <a:solidFill>
            <a:srgbClr val="E5CB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PatientTriage.a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endParaRPr lang="en-IN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57648" y="386331"/>
            <a:ext cx="11282796" cy="470919"/>
          </a:xfrm>
          <a:solidFill>
            <a:srgbClr val="A100FF"/>
          </a:solidFill>
        </p:spPr>
        <p:txBody>
          <a:bodyPr>
            <a:normAutofit/>
          </a:bodyPr>
          <a:lstStyle/>
          <a:p>
            <a:r>
              <a:rPr lang="en-US" altLang="en-US" sz="2000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What Exactly Are We Selling?</a:t>
            </a:r>
            <a:endParaRPr lang="en-US" altLang="en-US" sz="2000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372745" y="1214755"/>
            <a:ext cx="11282680" cy="4763135"/>
            <a:chOff x="563" y="1608"/>
            <a:chExt cx="17768" cy="7501"/>
          </a:xfrm>
        </p:grpSpPr>
        <p:grpSp>
          <p:nvGrpSpPr>
            <p:cNvPr id="16" name="Group 15"/>
            <p:cNvGrpSpPr/>
            <p:nvPr/>
          </p:nvGrpSpPr>
          <p:grpSpPr>
            <a:xfrm>
              <a:off x="563" y="1608"/>
              <a:ext cx="8215" cy="3574"/>
              <a:chOff x="563" y="1518"/>
              <a:chExt cx="6208" cy="3828"/>
            </a:xfrm>
          </p:grpSpPr>
          <p:sp>
            <p:nvSpPr>
              <p:cNvPr id="2" name="Rounded Rectangle 1"/>
              <p:cNvSpPr/>
              <p:nvPr/>
            </p:nvSpPr>
            <p:spPr>
              <a:xfrm>
                <a:off x="563" y="1518"/>
                <a:ext cx="6209" cy="3829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Rounded Rectangle 5"/>
              <p:cNvSpPr/>
              <p:nvPr/>
            </p:nvSpPr>
            <p:spPr>
              <a:xfrm>
                <a:off x="786" y="1658"/>
                <a:ext cx="5763" cy="792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INTELLIGENT TRIAGE</a:t>
                </a:r>
                <a:endParaRPr lang="en-US" altLang="en-US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" name="Text Box 6"/>
            <p:cNvSpPr txBox="1"/>
            <p:nvPr/>
          </p:nvSpPr>
          <p:spPr>
            <a:xfrm>
              <a:off x="858" y="2604"/>
              <a:ext cx="7511" cy="22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>
                  <a:latin typeface="Arial" panose="020B0604020202020204" pitchFamily="34" charset="0"/>
                  <a:cs typeface="Arial" panose="020B0604020202020204" pitchFamily="34" charset="0"/>
                </a:rPr>
                <a:t>AI-assisted initial assessment</a:t>
              </a: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>
                  <a:latin typeface="Arial" panose="020B0604020202020204" pitchFamily="34" charset="0"/>
                  <a:cs typeface="Arial" panose="020B0604020202020204" pitchFamily="34" charset="0"/>
                </a:rPr>
                <a:t>Dynamic P1–P5 prioritization</a:t>
              </a: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>
                  <a:latin typeface="Arial" panose="020B0604020202020204" pitchFamily="34" charset="0"/>
                  <a:cs typeface="Arial" panose="020B0604020202020204" pitchFamily="34" charset="0"/>
                </a:rPr>
                <a:t>Risk and confidence indication</a:t>
              </a: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>
                  <a:latin typeface="Arial" panose="020B0604020202020204" pitchFamily="34" charset="0"/>
                  <a:cs typeface="Arial" panose="020B0604020202020204" pitchFamily="34" charset="0"/>
                </a:rPr>
                <a:t>Identification of cases requiring human review</a:t>
              </a: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563" y="5534"/>
              <a:ext cx="8216" cy="3575"/>
              <a:chOff x="563" y="1518"/>
              <a:chExt cx="6209" cy="3147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786" y="1658"/>
                <a:ext cx="5763" cy="651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RESOURCE ORCHESTRATION</a:t>
                </a:r>
                <a:endParaRPr lang="en-US" alt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Text Box 14"/>
              <p:cNvSpPr txBox="1"/>
              <p:nvPr/>
            </p:nvSpPr>
            <p:spPr>
              <a:xfrm>
                <a:off x="787" y="2394"/>
                <a:ext cx="5763" cy="2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Doctor availability</a:t>
                </a:r>
                <a:endParaRPr lang="en-US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Treatment rooms</a:t>
                </a:r>
                <a:endParaRPr lang="en-US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Resuscitation bays</a:t>
                </a:r>
                <a:endParaRPr lang="en-US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Observation beds</a:t>
                </a:r>
                <a:endParaRPr lang="en-US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Diagnostic workflow</a:t>
                </a:r>
                <a:endParaRPr lang="en-US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9273" y="5535"/>
              <a:ext cx="9058" cy="3574"/>
              <a:chOff x="563" y="1518"/>
              <a:chExt cx="6209" cy="3147"/>
            </a:xfrm>
          </p:grpSpPr>
          <p:sp>
            <p:nvSpPr>
              <p:cNvPr id="18" name="Rounded Rectangle 17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786" y="1658"/>
                <a:ext cx="5763" cy="745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HUMAN-IN-THE-LOOP</a:t>
                </a:r>
                <a:endParaRPr lang="en-US" alt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Text Box 19"/>
              <p:cNvSpPr txBox="1"/>
              <p:nvPr/>
            </p:nvSpPr>
            <p:spPr>
              <a:xfrm>
                <a:off x="931" y="2394"/>
                <a:ext cx="5362" cy="19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Clinician remains the final decision-maker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AI recommendations can be overridden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Override requires justification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Decisions can be retained for auditability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9274" y="1609"/>
              <a:ext cx="9017" cy="3574"/>
              <a:chOff x="563" y="1518"/>
              <a:chExt cx="6209" cy="3147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786" y="1658"/>
                <a:ext cx="5763" cy="651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lnSpc>
                    <a:spcPct val="80000"/>
                  </a:lnSpc>
                </a:pPr>
                <a:r>
                  <a:rPr lang="en-US" altLang="en-US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DYNAMIC ED OPERATIONS</a:t>
                </a:r>
                <a:endParaRPr lang="en-US" alt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 Box 23"/>
              <p:cNvSpPr txBox="1"/>
              <p:nvPr/>
            </p:nvSpPr>
            <p:spPr>
              <a:xfrm>
                <a:off x="835" y="2394"/>
                <a:ext cx="5713" cy="19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Continuously updated patient queue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Deterioration-based reprioritization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Waiting-time awareness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Real-time operational visibility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4" name="Text Box 33"/>
          <p:cNvSpPr txBox="1"/>
          <p:nvPr/>
        </p:nvSpPr>
        <p:spPr>
          <a:xfrm>
            <a:off x="357505" y="6201410"/>
            <a:ext cx="11382375" cy="321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IN" altLang="en-US" sz="1500" i="1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en-US" sz="1500" i="1">
                <a:latin typeface="Arial" panose="020B0604020202020204" pitchFamily="34" charset="0"/>
                <a:cs typeface="Arial" panose="020B0604020202020204" pitchFamily="34" charset="0"/>
              </a:rPr>
              <a:t>AI recommends. Clinicians decide. The platform connects that decision to the resources required to act on it.</a:t>
            </a:r>
            <a:r>
              <a:rPr lang="en-IN" altLang="en-US" sz="1500" i="1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IN" altLang="en-US" sz="15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566275" y="478790"/>
            <a:ext cx="1974850" cy="305435"/>
          </a:xfrm>
          <a:prstGeom prst="roundRect">
            <a:avLst>
              <a:gd name="adj" fmla="val 29953"/>
            </a:avLst>
          </a:prstGeom>
          <a:solidFill>
            <a:srgbClr val="E5CB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PatientTriage.a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endParaRPr lang="en-IN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57648" y="386331"/>
            <a:ext cx="11282796" cy="470919"/>
          </a:xfrm>
          <a:solidFill>
            <a:srgbClr val="A100FF"/>
          </a:solidFill>
        </p:spPr>
        <p:txBody>
          <a:bodyPr>
            <a:normAutofit/>
          </a:bodyPr>
          <a:lstStyle/>
          <a:p>
            <a:r>
              <a:rPr lang="en-US" altLang="en-US" sz="2000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A Large Market with a Focused Entry Point</a:t>
            </a:r>
            <a:endParaRPr lang="en-US" altLang="en-US" sz="2000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372745" y="1214755"/>
            <a:ext cx="11282680" cy="4763135"/>
            <a:chOff x="563" y="1608"/>
            <a:chExt cx="17768" cy="7501"/>
          </a:xfrm>
        </p:grpSpPr>
        <p:grpSp>
          <p:nvGrpSpPr>
            <p:cNvPr id="16" name="Group 15"/>
            <p:cNvGrpSpPr/>
            <p:nvPr/>
          </p:nvGrpSpPr>
          <p:grpSpPr>
            <a:xfrm>
              <a:off x="563" y="1608"/>
              <a:ext cx="8215" cy="3574"/>
              <a:chOff x="563" y="1518"/>
              <a:chExt cx="6208" cy="3828"/>
            </a:xfrm>
          </p:grpSpPr>
          <p:sp>
            <p:nvSpPr>
              <p:cNvPr id="2" name="Rounded Rectangle 1"/>
              <p:cNvSpPr/>
              <p:nvPr/>
            </p:nvSpPr>
            <p:spPr>
              <a:xfrm>
                <a:off x="563" y="1518"/>
                <a:ext cx="6209" cy="3829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Rounded Rectangle 5"/>
              <p:cNvSpPr/>
              <p:nvPr/>
            </p:nvSpPr>
            <p:spPr>
              <a:xfrm>
                <a:off x="786" y="1658"/>
                <a:ext cx="5763" cy="792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TAM</a:t>
                </a:r>
                <a:endParaRPr lang="en-US" altLang="en-US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" name="Text Box 6"/>
            <p:cNvSpPr txBox="1"/>
            <p:nvPr/>
          </p:nvSpPr>
          <p:spPr>
            <a:xfrm>
              <a:off x="858" y="2604"/>
              <a:ext cx="7511" cy="22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indent="0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altLang="en-US" b="1">
                  <a:latin typeface="Arial" panose="020B0604020202020204" pitchFamily="34" charset="0"/>
                  <a:cs typeface="Arial" panose="020B0604020202020204" pitchFamily="34" charset="0"/>
                </a:rPr>
                <a:t>TOTAL ADDRESSABLE MARKET</a:t>
              </a:r>
              <a:endParaRPr lang="en-US" alt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>
                  <a:latin typeface="Arial" panose="020B0604020202020204" pitchFamily="34" charset="0"/>
                  <a:cs typeface="Arial" panose="020B0604020202020204" pitchFamily="34" charset="0"/>
                </a:rPr>
                <a:t>Hospitals with emergency-care operations</a:t>
              </a: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>
                  <a:latin typeface="Arial" panose="020B0604020202020204" pitchFamily="34" charset="0"/>
                  <a:cs typeface="Arial" panose="020B0604020202020204" pitchFamily="34" charset="0"/>
                </a:rPr>
                <a:t>Potential platform subscription</a:t>
              </a: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>
                  <a:latin typeface="Arial" panose="020B0604020202020204" pitchFamily="34" charset="0"/>
                  <a:cs typeface="Arial" panose="020B0604020202020204" pitchFamily="34" charset="0"/>
                </a:rPr>
                <a:t>Implementation and integration</a:t>
              </a: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>
                  <a:latin typeface="Arial" panose="020B0604020202020204" pitchFamily="34" charset="0"/>
                  <a:cs typeface="Arial" panose="020B0604020202020204" pitchFamily="34" charset="0"/>
                </a:rPr>
                <a:t>Future analytics and operational modules</a:t>
              </a: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563" y="5534"/>
              <a:ext cx="8216" cy="3575"/>
              <a:chOff x="563" y="1518"/>
              <a:chExt cx="6209" cy="3147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786" y="1658"/>
                <a:ext cx="5763" cy="651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SOM</a:t>
                </a:r>
                <a:endParaRPr lang="en-US" alt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Text Box 14"/>
              <p:cNvSpPr txBox="1"/>
              <p:nvPr/>
            </p:nvSpPr>
            <p:spPr>
              <a:xfrm>
                <a:off x="787" y="2394"/>
                <a:ext cx="5763" cy="17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High-volume hospitals</a:t>
                </a:r>
                <a:endParaRPr lang="en-US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Digitally mature institutions</a:t>
                </a:r>
                <a:endParaRPr lang="en-US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Innovation-oriented hospital groups</a:t>
                </a:r>
                <a:endParaRPr lang="en-US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Hospitals willing to run controlled pilots</a:t>
                </a:r>
                <a:endParaRPr lang="en-US" alt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9273" y="5535"/>
              <a:ext cx="9058" cy="3574"/>
              <a:chOff x="563" y="1518"/>
              <a:chExt cx="6209" cy="3147"/>
            </a:xfrm>
          </p:grpSpPr>
          <p:sp>
            <p:nvSpPr>
              <p:cNvPr id="18" name="Rounded Rectangle 17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786" y="1658"/>
                <a:ext cx="5763" cy="745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EXPANSION POTENTIAL</a:t>
                </a:r>
                <a:endParaRPr lang="en-US" alt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Text Box 19"/>
              <p:cNvSpPr txBox="1"/>
              <p:nvPr/>
            </p:nvSpPr>
            <p:spPr>
              <a:xfrm>
                <a:off x="931" y="2394"/>
                <a:ext cx="5362" cy="19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Emergency Department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Observation &amp; Patient Flow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Hospital Operations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Multi-Hospital Intelligence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9274" y="1609"/>
              <a:ext cx="9017" cy="3574"/>
              <a:chOff x="563" y="1518"/>
              <a:chExt cx="6209" cy="3147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786" y="1658"/>
                <a:ext cx="5763" cy="651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lnSpc>
                    <a:spcPct val="80000"/>
                  </a:lnSpc>
                </a:pPr>
                <a:r>
                  <a:rPr lang="en-US" altLang="en-US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</a:t>
                </a:r>
                <a:endParaRPr lang="en-US" alt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 Box 23"/>
              <p:cNvSpPr txBox="1"/>
              <p:nvPr/>
            </p:nvSpPr>
            <p:spPr>
              <a:xfrm>
                <a:off x="835" y="2394"/>
                <a:ext cx="5713" cy="19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Have digital infrastructure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Can integrate with the platform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Operate within our initial geographic / commercial focus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4" name="Text Box 33"/>
          <p:cNvSpPr txBox="1"/>
          <p:nvPr/>
        </p:nvSpPr>
        <p:spPr>
          <a:xfrm>
            <a:off x="357505" y="6201410"/>
            <a:ext cx="11382375" cy="321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IN" altLang="en-US" sz="1500" i="1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en-US" sz="1500" i="1">
                <a:latin typeface="Arial" panose="020B0604020202020204" pitchFamily="34" charset="0"/>
                <a:cs typeface="Arial" panose="020B0604020202020204" pitchFamily="34" charset="0"/>
              </a:rPr>
              <a:t>Our entry point is narrow enough to be achievable, but the underlying problem is much larger than triage.</a:t>
            </a:r>
            <a:r>
              <a:rPr lang="en-IN" altLang="en-US" sz="1500" i="1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IN" altLang="en-US" sz="15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566275" y="478790"/>
            <a:ext cx="1974850" cy="305435"/>
          </a:xfrm>
          <a:prstGeom prst="roundRect">
            <a:avLst>
              <a:gd name="adj" fmla="val 29953"/>
            </a:avLst>
          </a:prstGeom>
          <a:solidFill>
            <a:srgbClr val="E5CB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PatientTriage.a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endParaRPr lang="en-IN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57648" y="386331"/>
            <a:ext cx="11282796" cy="470919"/>
          </a:xfrm>
          <a:solidFill>
            <a:srgbClr val="A100FF"/>
          </a:solidFill>
        </p:spPr>
        <p:txBody>
          <a:bodyPr>
            <a:normAutofit/>
          </a:bodyPr>
          <a:lstStyle/>
          <a:p>
            <a:r>
              <a:rPr lang="en-US" altLang="en-US" sz="2000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Business Model &amp; Go-To-Market</a:t>
            </a:r>
            <a:endParaRPr lang="en-US" altLang="en-US" sz="2000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372745" y="1214755"/>
            <a:ext cx="11282680" cy="4766742"/>
            <a:chOff x="563" y="1608"/>
            <a:chExt cx="17768" cy="7507"/>
          </a:xfrm>
        </p:grpSpPr>
        <p:grpSp>
          <p:nvGrpSpPr>
            <p:cNvPr id="16" name="Group 15"/>
            <p:cNvGrpSpPr/>
            <p:nvPr/>
          </p:nvGrpSpPr>
          <p:grpSpPr>
            <a:xfrm>
              <a:off x="563" y="1608"/>
              <a:ext cx="8215" cy="3574"/>
              <a:chOff x="563" y="1518"/>
              <a:chExt cx="6208" cy="3828"/>
            </a:xfrm>
          </p:grpSpPr>
          <p:sp>
            <p:nvSpPr>
              <p:cNvPr id="2" name="Rounded Rectangle 1"/>
              <p:cNvSpPr/>
              <p:nvPr/>
            </p:nvSpPr>
            <p:spPr>
              <a:xfrm>
                <a:off x="563" y="1518"/>
                <a:ext cx="6209" cy="3829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Rounded Rectangle 5"/>
              <p:cNvSpPr/>
              <p:nvPr/>
            </p:nvSpPr>
            <p:spPr>
              <a:xfrm>
                <a:off x="786" y="1658"/>
                <a:ext cx="5763" cy="792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HOW WE MAKE MONEY</a:t>
                </a:r>
                <a:endParaRPr lang="en-US" altLang="en-US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" name="Text Box 6"/>
            <p:cNvSpPr txBox="1"/>
            <p:nvPr/>
          </p:nvSpPr>
          <p:spPr>
            <a:xfrm>
              <a:off x="858" y="2604"/>
              <a:ext cx="7511" cy="22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SaaS + Implementation</a:t>
              </a:r>
              <a:endParaRPr lang="en-US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Initial implementation fee</a:t>
              </a:r>
              <a:endParaRPr lang="en-US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Annual platform subscription</a:t>
              </a:r>
              <a:endParaRPr lang="en-US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Integration and configuration</a:t>
              </a:r>
              <a:endParaRPr lang="en-US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Optional premium modules</a:t>
              </a:r>
              <a:endParaRPr lang="en-US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Enterprise pricing for hospital groups</a:t>
              </a:r>
              <a:endParaRPr lang="en-US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563" y="5534"/>
              <a:ext cx="8216" cy="3581"/>
              <a:chOff x="563" y="1518"/>
              <a:chExt cx="6209" cy="3152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786" y="1658"/>
                <a:ext cx="5763" cy="651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CONVERT &amp; EXPAND</a:t>
                </a:r>
                <a:endParaRPr lang="en-US" alt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Text Box 14"/>
              <p:cNvSpPr txBox="1"/>
              <p:nvPr/>
            </p:nvSpPr>
            <p:spPr>
              <a:xfrm>
                <a:off x="787" y="2394"/>
                <a:ext cx="5763" cy="22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Successful pilot → annual contract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Full ED deployment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Additional workflows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More users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Additional hospital departments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Expansion across hospital locations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9273" y="5535"/>
              <a:ext cx="9058" cy="3580"/>
              <a:chOff x="563" y="1518"/>
              <a:chExt cx="6209" cy="3152"/>
            </a:xfrm>
          </p:grpSpPr>
          <p:sp>
            <p:nvSpPr>
              <p:cNvPr id="18" name="Rounded Rectangle 17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786" y="1658"/>
                <a:ext cx="5763" cy="745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WHO BUYS</a:t>
                </a:r>
                <a:endParaRPr lang="en-US" alt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Text Box 19"/>
              <p:cNvSpPr txBox="1"/>
              <p:nvPr/>
            </p:nvSpPr>
            <p:spPr>
              <a:xfrm>
                <a:off x="931" y="2394"/>
                <a:ext cx="5362" cy="22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Primary stakeholders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Hospital Operations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Emergency Department leadership</a:t>
                </a:r>
                <a:r>
                  <a:rPr lang="en-IN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Digital transformation / IT teams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Internal champion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ED leadership + hospital operations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9274" y="1609"/>
              <a:ext cx="9017" cy="3580"/>
              <a:chOff x="563" y="1518"/>
              <a:chExt cx="6209" cy="3152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786" y="1658"/>
                <a:ext cx="5763" cy="651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lnSpc>
                    <a:spcPct val="80000"/>
                  </a:lnSpc>
                </a:pPr>
                <a:r>
                  <a:rPr lang="en-US" altLang="en-US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START WITH A PILOT</a:t>
                </a:r>
                <a:endParaRPr lang="en-US" alt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 Box 23"/>
              <p:cNvSpPr txBox="1"/>
              <p:nvPr/>
            </p:nvSpPr>
            <p:spPr>
              <a:xfrm>
                <a:off x="835" y="2394"/>
                <a:ext cx="5713" cy="22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Low-friction entry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One Emergency Department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Limited deployment period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Defined operational objectives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Measure before-and-after outcomes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Use results to establish business value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4" name="Text Box 33"/>
          <p:cNvSpPr txBox="1"/>
          <p:nvPr/>
        </p:nvSpPr>
        <p:spPr>
          <a:xfrm>
            <a:off x="357505" y="6201410"/>
            <a:ext cx="11382375" cy="321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IN" altLang="en-US" sz="1500" i="1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en-US" sz="1500" i="1">
                <a:latin typeface="Arial" panose="020B0604020202020204" pitchFamily="34" charset="0"/>
                <a:cs typeface="Arial" panose="020B0604020202020204" pitchFamily="34" charset="0"/>
              </a:rPr>
              <a:t>Prove value in one department → convert the hospital → expand across the hospital network.</a:t>
            </a:r>
            <a:r>
              <a:rPr lang="en-IN" altLang="en-US" sz="1500" i="1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IN" altLang="en-US" sz="15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566275" y="478790"/>
            <a:ext cx="1974850" cy="305435"/>
          </a:xfrm>
          <a:prstGeom prst="roundRect">
            <a:avLst>
              <a:gd name="adj" fmla="val 29953"/>
            </a:avLst>
          </a:prstGeom>
          <a:solidFill>
            <a:srgbClr val="E5CB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PatientTriage.a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endParaRPr lang="en-IN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57648" y="386331"/>
            <a:ext cx="11282796" cy="470919"/>
          </a:xfrm>
          <a:solidFill>
            <a:srgbClr val="A100FF"/>
          </a:solidFill>
        </p:spPr>
        <p:txBody>
          <a:bodyPr>
            <a:normAutofit/>
          </a:bodyPr>
          <a:lstStyle/>
          <a:p>
            <a:r>
              <a:rPr lang="en-US" altLang="en-US" sz="2000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Competitive Advantage &amp; Moat</a:t>
            </a:r>
            <a:endParaRPr lang="en-US" altLang="en-US" sz="2000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372745" y="1214755"/>
            <a:ext cx="11282680" cy="4766742"/>
            <a:chOff x="563" y="1608"/>
            <a:chExt cx="17768" cy="7507"/>
          </a:xfrm>
        </p:grpSpPr>
        <p:grpSp>
          <p:nvGrpSpPr>
            <p:cNvPr id="16" name="Group 15"/>
            <p:cNvGrpSpPr/>
            <p:nvPr/>
          </p:nvGrpSpPr>
          <p:grpSpPr>
            <a:xfrm>
              <a:off x="563" y="1608"/>
              <a:ext cx="8215" cy="3574"/>
              <a:chOff x="563" y="1518"/>
              <a:chExt cx="6208" cy="3828"/>
            </a:xfrm>
          </p:grpSpPr>
          <p:sp>
            <p:nvSpPr>
              <p:cNvPr id="2" name="Rounded Rectangle 1"/>
              <p:cNvSpPr/>
              <p:nvPr/>
            </p:nvSpPr>
            <p:spPr>
              <a:xfrm>
                <a:off x="563" y="1518"/>
                <a:ext cx="6209" cy="3829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Rounded Rectangle 5"/>
              <p:cNvSpPr/>
              <p:nvPr/>
            </p:nvSpPr>
            <p:spPr>
              <a:xfrm>
                <a:off x="786" y="1658"/>
                <a:ext cx="5763" cy="792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WORKFLOW INTEGRATION</a:t>
                </a:r>
                <a:endParaRPr lang="en-US" altLang="en-US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" name="Text Box 6"/>
            <p:cNvSpPr txBox="1"/>
            <p:nvPr/>
          </p:nvSpPr>
          <p:spPr>
            <a:xfrm>
              <a:off x="858" y="2604"/>
              <a:ext cx="7511" cy="22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Embedded into real ED workflows</a:t>
              </a:r>
              <a:endParaRPr lang="en-US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Connects triage, diagnostics and resources</a:t>
              </a:r>
              <a:endParaRPr lang="en-US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Becomes part of daily decision-making</a:t>
              </a:r>
              <a:endParaRPr lang="en-US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Deeper integration increases switching friction</a:t>
              </a:r>
              <a:endParaRPr lang="en-US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563" y="5534"/>
              <a:ext cx="8216" cy="3575"/>
              <a:chOff x="563" y="1518"/>
              <a:chExt cx="6209" cy="3147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786" y="1658"/>
                <a:ext cx="5763" cy="651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CONTINUOUS FEEDBACK</a:t>
                </a:r>
                <a:endParaRPr lang="en-US" alt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Text Box 14"/>
              <p:cNvSpPr txBox="1"/>
              <p:nvPr/>
            </p:nvSpPr>
            <p:spPr>
              <a:xfrm>
                <a:off x="787" y="2394"/>
                <a:ext cx="5763" cy="1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Improved System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Human overrides provide valuable feedback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Operational outcomes can inform future improvements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9273" y="5535"/>
              <a:ext cx="9058" cy="3580"/>
              <a:chOff x="563" y="1518"/>
              <a:chExt cx="6209" cy="3152"/>
            </a:xfrm>
          </p:grpSpPr>
          <p:sp>
            <p:nvSpPr>
              <p:cNvPr id="18" name="Rounded Rectangle 17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786" y="1658"/>
                <a:ext cx="5763" cy="745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COMPOUNDING ADVANTAGE</a:t>
                </a:r>
                <a:endParaRPr lang="en-US" alt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Text Box 19"/>
              <p:cNvSpPr txBox="1"/>
              <p:nvPr/>
            </p:nvSpPr>
            <p:spPr>
              <a:xfrm>
                <a:off x="931" y="2394"/>
                <a:ext cx="5362" cy="22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More deployments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More workflow understandin</a:t>
                </a:r>
                <a:r>
                  <a:rPr lang="en-IN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Better operational intelligence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More value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Stronger adoption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More deployments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9274" y="1609"/>
              <a:ext cx="9017" cy="3574"/>
              <a:chOff x="563" y="1518"/>
              <a:chExt cx="6209" cy="3147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786" y="1658"/>
                <a:ext cx="5763" cy="651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lnSpc>
                    <a:spcPct val="80000"/>
                  </a:lnSpc>
                </a:pPr>
                <a:r>
                  <a:rPr lang="en-US" altLang="en-US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HOSPITAL-SPECIFIC INTELLIGENCE</a:t>
                </a:r>
                <a:endParaRPr lang="en-US" alt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  <p:sp>
            <p:nvSpPr>
              <p:cNvPr id="24" name="Text Box 23"/>
              <p:cNvSpPr txBox="1"/>
              <p:nvPr/>
            </p:nvSpPr>
            <p:spPr>
              <a:xfrm>
                <a:off x="835" y="2394"/>
                <a:ext cx="5713" cy="1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Different staffing patterns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Different resource constraints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Different escalation processes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4" name="Text Box 33"/>
          <p:cNvSpPr txBox="1"/>
          <p:nvPr/>
        </p:nvSpPr>
        <p:spPr>
          <a:xfrm>
            <a:off x="357505" y="6201410"/>
            <a:ext cx="11382375" cy="5530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IN" altLang="en-US" sz="1500" i="1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en-US" sz="1500" i="1">
                <a:latin typeface="Arial" panose="020B0604020202020204" pitchFamily="34" charset="0"/>
                <a:cs typeface="Arial" panose="020B0604020202020204" pitchFamily="34" charset="0"/>
              </a:rPr>
              <a:t>Our moat is not simply the AI model. It is the combination of workflow integration, hospital-specific configuration, operational intelligence and continuous feedback.</a:t>
            </a:r>
            <a:r>
              <a:rPr lang="en-IN" altLang="en-US" sz="1500" i="1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IN" altLang="en-US" sz="15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566275" y="478790"/>
            <a:ext cx="1974850" cy="305435"/>
          </a:xfrm>
          <a:prstGeom prst="roundRect">
            <a:avLst>
              <a:gd name="adj" fmla="val 29953"/>
            </a:avLst>
          </a:prstGeom>
          <a:solidFill>
            <a:srgbClr val="E5CB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PatientTriage.a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endParaRPr lang="en-IN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348" y="3429000"/>
            <a:ext cx="5190523" cy="984885"/>
          </a:xfrm>
        </p:spPr>
        <p:txBody>
          <a:bodyPr/>
          <a:lstStyle/>
          <a:p>
            <a:r>
              <a:rPr lang="en-US">
                <a:latin typeface="+mj-lt"/>
              </a:rPr>
              <a:t>Thank you</a:t>
            </a:r>
            <a:endParaRPr lang="en-US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4985</Words>
  <Application>WPS Presentation</Application>
  <PresentationFormat>Widescreen</PresentationFormat>
  <Paragraphs>223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9</vt:i4>
      </vt:variant>
    </vt:vector>
  </HeadingPairs>
  <TitlesOfParts>
    <vt:vector size="47" baseType="lpstr">
      <vt:lpstr>Arial</vt:lpstr>
      <vt:lpstr>SimSun</vt:lpstr>
      <vt:lpstr>Wingdings</vt:lpstr>
      <vt:lpstr>Graphik Semibold</vt:lpstr>
      <vt:lpstr>Yu Gothic UI</vt:lpstr>
      <vt:lpstr>System Font</vt:lpstr>
      <vt:lpstr>Graphik</vt:lpstr>
      <vt:lpstr>Graphik</vt:lpstr>
      <vt:lpstr>Graphik Regular</vt:lpstr>
      <vt:lpstr>Graphik</vt:lpstr>
      <vt:lpstr>Segoe Print</vt:lpstr>
      <vt:lpstr>Graphik Regular</vt:lpstr>
      <vt:lpstr>Roboto Light</vt:lpstr>
      <vt:lpstr>Wide Latin</vt:lpstr>
      <vt:lpstr>Gotham Medium</vt:lpstr>
      <vt:lpstr>Graphik Black</vt:lpstr>
      <vt:lpstr>Yu Gothic UI Semibold</vt:lpstr>
      <vt:lpstr>Helvetica Neue Medium</vt:lpstr>
      <vt:lpstr>Graphik Medium</vt:lpstr>
      <vt:lpstr>Helvetica Neue</vt:lpstr>
      <vt:lpstr>Graphik Extralight</vt:lpstr>
      <vt:lpstr>Helvetica Neue Light</vt:lpstr>
      <vt:lpstr>GT Sectra Fine Rg</vt:lpstr>
      <vt:lpstr>GT Sectra Fine Rg</vt:lpstr>
      <vt:lpstr>Graphik Regular</vt:lpstr>
      <vt:lpstr>Times New Roman</vt:lpstr>
      <vt:lpstr>Microsoft YaHei</vt:lpstr>
      <vt:lpstr>Arial Unicode MS</vt:lpstr>
      <vt:lpstr>Graphik-Semibold</vt:lpstr>
      <vt:lpstr>Aptos</vt:lpstr>
      <vt:lpstr>Segoe UI</vt:lpstr>
      <vt:lpstr>Calibri</vt:lpstr>
      <vt:lpstr>Calibri Light</vt:lpstr>
      <vt:lpstr>Accenture 2025</vt:lpstr>
      <vt:lpstr>1_Titles</vt:lpstr>
      <vt:lpstr>Titles</vt:lpstr>
      <vt:lpstr>1_Office Theme</vt:lpstr>
      <vt:lpstr>1_Accenture 2025</vt:lpstr>
      <vt:lpstr>PowerPoint 演示文稿</vt:lpstr>
      <vt:lpstr>Instructions Reference slide– Remove before submission</vt:lpstr>
      <vt:lpstr>Team details</vt:lpstr>
      <vt:lpstr>Describe the problem statement (200 words) </vt:lpstr>
      <vt:lpstr>The Opportunity Behind PatientTriage.ai</vt:lpstr>
      <vt:lpstr>What Exactly Are We Selling?</vt:lpstr>
      <vt:lpstr>A Large Market with a Focused Entry Point</vt:lpstr>
      <vt:lpstr>Business Model &amp; Go-To-Market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WPS_Aditya_Sahu</cp:lastModifiedBy>
  <cp:revision>15</cp:revision>
  <dcterms:created xsi:type="dcterms:W3CDTF">2026-07-24T04:09:00Z</dcterms:created>
  <dcterms:modified xsi:type="dcterms:W3CDTF">2026-08-30T18:14:40Z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8B51178BF96B40BC82E1970AABFEF620_12</vt:lpwstr>
  </property>
</Properties>
</file>